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"/>
  </p:notes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1D25"/>
    <a:srgbClr val="DCD70E"/>
    <a:srgbClr val="70AD3B"/>
    <a:srgbClr val="E7E20F"/>
    <a:srgbClr val="7DC242"/>
    <a:srgbClr val="7FC543"/>
    <a:srgbClr val="EF1C24"/>
    <a:srgbClr val="EA1C24"/>
    <a:srgbClr val="636466"/>
    <a:srgbClr val="24B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6" autoAdjust="0"/>
    <p:restoredTop sz="84471" autoAdjust="0"/>
  </p:normalViewPr>
  <p:slideViewPr>
    <p:cSldViewPr>
      <p:cViewPr>
        <p:scale>
          <a:sx n="100" d="100"/>
          <a:sy n="100" d="100"/>
        </p:scale>
        <p:origin x="1598" y="-296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216B0-ED99-48E6-91EA-9ED8E980607A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24049-C145-44C0-A43F-2EC0001D22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7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1pPr>
    <a:lvl2pPr marL="26933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2pPr>
    <a:lvl3pPr marL="538664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3pPr>
    <a:lvl4pPr marL="80799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4pPr>
    <a:lvl5pPr marL="1077328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5pPr>
    <a:lvl6pPr marL="134666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6pPr>
    <a:lvl7pPr marL="161599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7pPr>
    <a:lvl8pPr marL="1885325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8pPr>
    <a:lvl9pPr marL="215465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b="1" dirty="0"/>
              <a:t>＜↓たまに見て心に刻んでほしい助言↓＞</a:t>
            </a:r>
            <a:endParaRPr kumimoji="1" lang="en-US" altLang="ja-JP" b="1" dirty="0"/>
          </a:p>
          <a:p>
            <a:r>
              <a:rPr kumimoji="1" lang="ja-JP" altLang="en-US" b="0" dirty="0"/>
              <a:t>少ない情報量で多くの理解をさせるということも</a:t>
            </a:r>
            <a:r>
              <a:rPr kumimoji="1" lang="ja-JP" altLang="en-US" b="0"/>
              <a:t>、ゲームプランナーの</a:t>
            </a:r>
            <a:r>
              <a:rPr kumimoji="1" lang="ja-JP" altLang="en-US" b="0" dirty="0"/>
              <a:t>大事な能力です。</a:t>
            </a:r>
            <a:endParaRPr kumimoji="1" lang="en-US" altLang="ja-JP" b="0" dirty="0"/>
          </a:p>
          <a:p>
            <a:r>
              <a:rPr kumimoji="1" lang="ja-JP" altLang="en-US" b="0" dirty="0"/>
              <a:t>文字を減らす努力をし、パッと見でどんなゲームか理解できるように書きましょう。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24049-C145-44C0-A43F-2EC0001D22B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61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83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18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4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23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65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40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17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5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83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0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8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620A9-A6CF-463A-9F4E-93F54072BF3F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23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0F1BE38-60E2-4BFC-8D19-651F8413BB94}"/>
              </a:ext>
            </a:extLst>
          </p:cNvPr>
          <p:cNvSpPr/>
          <p:nvPr/>
        </p:nvSpPr>
        <p:spPr>
          <a:xfrm>
            <a:off x="116632" y="2971800"/>
            <a:ext cx="6624736" cy="6372225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624735"/>
                      <a:gd name="connsiteY0" fmla="*/ 0 h 4013427"/>
                      <a:gd name="connsiteX1" fmla="*/ 596226 w 6624735"/>
                      <a:gd name="connsiteY1" fmla="*/ 0 h 4013427"/>
                      <a:gd name="connsiteX2" fmla="*/ 1059958 w 6624735"/>
                      <a:gd name="connsiteY2" fmla="*/ 0 h 4013427"/>
                      <a:gd name="connsiteX3" fmla="*/ 1854926 w 6624735"/>
                      <a:gd name="connsiteY3" fmla="*/ 0 h 4013427"/>
                      <a:gd name="connsiteX4" fmla="*/ 2451152 w 6624735"/>
                      <a:gd name="connsiteY4" fmla="*/ 0 h 4013427"/>
                      <a:gd name="connsiteX5" fmla="*/ 3047378 w 6624735"/>
                      <a:gd name="connsiteY5" fmla="*/ 0 h 4013427"/>
                      <a:gd name="connsiteX6" fmla="*/ 3842346 w 6624735"/>
                      <a:gd name="connsiteY6" fmla="*/ 0 h 4013427"/>
                      <a:gd name="connsiteX7" fmla="*/ 4372325 w 6624735"/>
                      <a:gd name="connsiteY7" fmla="*/ 0 h 4013427"/>
                      <a:gd name="connsiteX8" fmla="*/ 5167293 w 6624735"/>
                      <a:gd name="connsiteY8" fmla="*/ 0 h 4013427"/>
                      <a:gd name="connsiteX9" fmla="*/ 5962262 w 6624735"/>
                      <a:gd name="connsiteY9" fmla="*/ 0 h 4013427"/>
                      <a:gd name="connsiteX10" fmla="*/ 6624735 w 6624735"/>
                      <a:gd name="connsiteY10" fmla="*/ 0 h 4013427"/>
                      <a:gd name="connsiteX11" fmla="*/ 6624735 w 6624735"/>
                      <a:gd name="connsiteY11" fmla="*/ 749173 h 4013427"/>
                      <a:gd name="connsiteX12" fmla="*/ 6624735 w 6624735"/>
                      <a:gd name="connsiteY12" fmla="*/ 1458212 h 4013427"/>
                      <a:gd name="connsiteX13" fmla="*/ 6624735 w 6624735"/>
                      <a:gd name="connsiteY13" fmla="*/ 2006713 h 4013427"/>
                      <a:gd name="connsiteX14" fmla="*/ 6624735 w 6624735"/>
                      <a:gd name="connsiteY14" fmla="*/ 2675618 h 4013427"/>
                      <a:gd name="connsiteX15" fmla="*/ 6624735 w 6624735"/>
                      <a:gd name="connsiteY15" fmla="*/ 3344522 h 4013427"/>
                      <a:gd name="connsiteX16" fmla="*/ 6624735 w 6624735"/>
                      <a:gd name="connsiteY16" fmla="*/ 4013427 h 4013427"/>
                      <a:gd name="connsiteX17" fmla="*/ 5896014 w 6624735"/>
                      <a:gd name="connsiteY17" fmla="*/ 4013427 h 4013427"/>
                      <a:gd name="connsiteX18" fmla="*/ 5233541 w 6624735"/>
                      <a:gd name="connsiteY18" fmla="*/ 4013427 h 4013427"/>
                      <a:gd name="connsiteX19" fmla="*/ 4769809 w 6624735"/>
                      <a:gd name="connsiteY19" fmla="*/ 4013427 h 4013427"/>
                      <a:gd name="connsiteX20" fmla="*/ 4239830 w 6624735"/>
                      <a:gd name="connsiteY20" fmla="*/ 4013427 h 4013427"/>
                      <a:gd name="connsiteX21" fmla="*/ 3444862 w 6624735"/>
                      <a:gd name="connsiteY21" fmla="*/ 4013427 h 4013427"/>
                      <a:gd name="connsiteX22" fmla="*/ 2782389 w 6624735"/>
                      <a:gd name="connsiteY22" fmla="*/ 4013427 h 4013427"/>
                      <a:gd name="connsiteX23" fmla="*/ 2252410 w 6624735"/>
                      <a:gd name="connsiteY23" fmla="*/ 4013427 h 4013427"/>
                      <a:gd name="connsiteX24" fmla="*/ 1589936 w 6624735"/>
                      <a:gd name="connsiteY24" fmla="*/ 4013427 h 4013427"/>
                      <a:gd name="connsiteX25" fmla="*/ 1126205 w 6624735"/>
                      <a:gd name="connsiteY25" fmla="*/ 4013427 h 4013427"/>
                      <a:gd name="connsiteX26" fmla="*/ 662473 w 6624735"/>
                      <a:gd name="connsiteY26" fmla="*/ 4013427 h 4013427"/>
                      <a:gd name="connsiteX27" fmla="*/ 0 w 6624735"/>
                      <a:gd name="connsiteY27" fmla="*/ 4013427 h 4013427"/>
                      <a:gd name="connsiteX28" fmla="*/ 0 w 6624735"/>
                      <a:gd name="connsiteY28" fmla="*/ 3424791 h 4013427"/>
                      <a:gd name="connsiteX29" fmla="*/ 0 w 6624735"/>
                      <a:gd name="connsiteY29" fmla="*/ 2675618 h 4013427"/>
                      <a:gd name="connsiteX30" fmla="*/ 0 w 6624735"/>
                      <a:gd name="connsiteY30" fmla="*/ 2046848 h 4013427"/>
                      <a:gd name="connsiteX31" fmla="*/ 0 w 6624735"/>
                      <a:gd name="connsiteY31" fmla="*/ 1498346 h 4013427"/>
                      <a:gd name="connsiteX32" fmla="*/ 0 w 6624735"/>
                      <a:gd name="connsiteY32" fmla="*/ 789307 h 4013427"/>
                      <a:gd name="connsiteX33" fmla="*/ 0 w 6624735"/>
                      <a:gd name="connsiteY33" fmla="*/ 0 h 4013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6624735" h="4013427" extrusionOk="0">
                        <a:moveTo>
                          <a:pt x="0" y="0"/>
                        </a:moveTo>
                        <a:cubicBezTo>
                          <a:pt x="258010" y="20028"/>
                          <a:pt x="418091" y="-15580"/>
                          <a:pt x="596226" y="0"/>
                        </a:cubicBezTo>
                        <a:cubicBezTo>
                          <a:pt x="774361" y="15580"/>
                          <a:pt x="943991" y="18911"/>
                          <a:pt x="1059958" y="0"/>
                        </a:cubicBezTo>
                        <a:cubicBezTo>
                          <a:pt x="1175925" y="-18911"/>
                          <a:pt x="1535037" y="9829"/>
                          <a:pt x="1854926" y="0"/>
                        </a:cubicBezTo>
                        <a:cubicBezTo>
                          <a:pt x="2174815" y="-9829"/>
                          <a:pt x="2235051" y="-12444"/>
                          <a:pt x="2451152" y="0"/>
                        </a:cubicBezTo>
                        <a:cubicBezTo>
                          <a:pt x="2667253" y="12444"/>
                          <a:pt x="2785937" y="22234"/>
                          <a:pt x="3047378" y="0"/>
                        </a:cubicBezTo>
                        <a:cubicBezTo>
                          <a:pt x="3308819" y="-22234"/>
                          <a:pt x="3547335" y="-33714"/>
                          <a:pt x="3842346" y="0"/>
                        </a:cubicBezTo>
                        <a:cubicBezTo>
                          <a:pt x="4137357" y="33714"/>
                          <a:pt x="4197670" y="11460"/>
                          <a:pt x="4372325" y="0"/>
                        </a:cubicBezTo>
                        <a:cubicBezTo>
                          <a:pt x="4546980" y="-11460"/>
                          <a:pt x="4913580" y="33980"/>
                          <a:pt x="5167293" y="0"/>
                        </a:cubicBezTo>
                        <a:cubicBezTo>
                          <a:pt x="5421006" y="-33980"/>
                          <a:pt x="5590105" y="8568"/>
                          <a:pt x="5962262" y="0"/>
                        </a:cubicBezTo>
                        <a:cubicBezTo>
                          <a:pt x="6334419" y="-8568"/>
                          <a:pt x="6416344" y="9867"/>
                          <a:pt x="6624735" y="0"/>
                        </a:cubicBezTo>
                        <a:cubicBezTo>
                          <a:pt x="6629041" y="266249"/>
                          <a:pt x="6616916" y="395743"/>
                          <a:pt x="6624735" y="749173"/>
                        </a:cubicBezTo>
                        <a:cubicBezTo>
                          <a:pt x="6632554" y="1102603"/>
                          <a:pt x="6656727" y="1135956"/>
                          <a:pt x="6624735" y="1458212"/>
                        </a:cubicBezTo>
                        <a:cubicBezTo>
                          <a:pt x="6592743" y="1780468"/>
                          <a:pt x="6650203" y="1852786"/>
                          <a:pt x="6624735" y="2006713"/>
                        </a:cubicBezTo>
                        <a:cubicBezTo>
                          <a:pt x="6599267" y="2160640"/>
                          <a:pt x="6638649" y="2506182"/>
                          <a:pt x="6624735" y="2675618"/>
                        </a:cubicBezTo>
                        <a:cubicBezTo>
                          <a:pt x="6610821" y="2845054"/>
                          <a:pt x="6608724" y="3052205"/>
                          <a:pt x="6624735" y="3344522"/>
                        </a:cubicBezTo>
                        <a:cubicBezTo>
                          <a:pt x="6640746" y="3636839"/>
                          <a:pt x="6606059" y="3762926"/>
                          <a:pt x="6624735" y="4013427"/>
                        </a:cubicBezTo>
                        <a:cubicBezTo>
                          <a:pt x="6310005" y="4031641"/>
                          <a:pt x="6184790" y="4036167"/>
                          <a:pt x="5896014" y="4013427"/>
                        </a:cubicBezTo>
                        <a:cubicBezTo>
                          <a:pt x="5607238" y="3990687"/>
                          <a:pt x="5534999" y="4020237"/>
                          <a:pt x="5233541" y="4013427"/>
                        </a:cubicBezTo>
                        <a:cubicBezTo>
                          <a:pt x="4932083" y="4006617"/>
                          <a:pt x="4902748" y="4011867"/>
                          <a:pt x="4769809" y="4013427"/>
                        </a:cubicBezTo>
                        <a:cubicBezTo>
                          <a:pt x="4636870" y="4014987"/>
                          <a:pt x="4497701" y="4035902"/>
                          <a:pt x="4239830" y="4013427"/>
                        </a:cubicBezTo>
                        <a:cubicBezTo>
                          <a:pt x="3981959" y="3990952"/>
                          <a:pt x="3829637" y="4015445"/>
                          <a:pt x="3444862" y="4013427"/>
                        </a:cubicBezTo>
                        <a:cubicBezTo>
                          <a:pt x="3060087" y="4011409"/>
                          <a:pt x="3045090" y="4043887"/>
                          <a:pt x="2782389" y="4013427"/>
                        </a:cubicBezTo>
                        <a:cubicBezTo>
                          <a:pt x="2519688" y="3982967"/>
                          <a:pt x="2512331" y="4010674"/>
                          <a:pt x="2252410" y="4013427"/>
                        </a:cubicBezTo>
                        <a:cubicBezTo>
                          <a:pt x="1992489" y="4016180"/>
                          <a:pt x="1879524" y="4006445"/>
                          <a:pt x="1589936" y="4013427"/>
                        </a:cubicBezTo>
                        <a:cubicBezTo>
                          <a:pt x="1300348" y="4020409"/>
                          <a:pt x="1259184" y="3997636"/>
                          <a:pt x="1126205" y="4013427"/>
                        </a:cubicBezTo>
                        <a:cubicBezTo>
                          <a:pt x="993226" y="4029218"/>
                          <a:pt x="777891" y="4009405"/>
                          <a:pt x="662473" y="4013427"/>
                        </a:cubicBezTo>
                        <a:cubicBezTo>
                          <a:pt x="547055" y="4017449"/>
                          <a:pt x="198404" y="3988546"/>
                          <a:pt x="0" y="4013427"/>
                        </a:cubicBezTo>
                        <a:cubicBezTo>
                          <a:pt x="8970" y="3769025"/>
                          <a:pt x="14038" y="3697252"/>
                          <a:pt x="0" y="3424791"/>
                        </a:cubicBezTo>
                        <a:cubicBezTo>
                          <a:pt x="-14038" y="3152330"/>
                          <a:pt x="-13070" y="2856826"/>
                          <a:pt x="0" y="2675618"/>
                        </a:cubicBezTo>
                        <a:cubicBezTo>
                          <a:pt x="13070" y="2494410"/>
                          <a:pt x="25552" y="2318851"/>
                          <a:pt x="0" y="2046848"/>
                        </a:cubicBezTo>
                        <a:cubicBezTo>
                          <a:pt x="-25552" y="1774845"/>
                          <a:pt x="9468" y="1654182"/>
                          <a:pt x="0" y="1498346"/>
                        </a:cubicBezTo>
                        <a:cubicBezTo>
                          <a:pt x="-9468" y="1342510"/>
                          <a:pt x="-22223" y="1090187"/>
                          <a:pt x="0" y="789307"/>
                        </a:cubicBezTo>
                        <a:cubicBezTo>
                          <a:pt x="22223" y="488427"/>
                          <a:pt x="31019" y="22467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2C7DE68-D7D8-4611-A7E5-C6D6223209F5}"/>
              </a:ext>
            </a:extLst>
          </p:cNvPr>
          <p:cNvSpPr/>
          <p:nvPr/>
        </p:nvSpPr>
        <p:spPr>
          <a:xfrm>
            <a:off x="0" y="9417496"/>
            <a:ext cx="6858000" cy="488504"/>
          </a:xfrm>
          <a:custGeom>
            <a:avLst/>
            <a:gdLst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294605 w 6858000"/>
              <a:gd name="connsiteY6" fmla="*/ 1332148 h 1332148"/>
              <a:gd name="connsiteX7" fmla="*/ 0 w 6858000"/>
              <a:gd name="connsiteY7" fmla="*/ 1037543 h 1332148"/>
              <a:gd name="connsiteX8" fmla="*/ 0 w 6858000"/>
              <a:gd name="connsiteY8" fmla="*/ 294605 h 1332148"/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0 w 6858000"/>
              <a:gd name="connsiteY6" fmla="*/ 1037543 h 1332148"/>
              <a:gd name="connsiteX7" fmla="*/ 0 w 6858000"/>
              <a:gd name="connsiteY7" fmla="*/ 294605 h 1332148"/>
              <a:gd name="connsiteX0" fmla="*/ 0 w 6858000"/>
              <a:gd name="connsiteY0" fmla="*/ 294605 h 1130410"/>
              <a:gd name="connsiteX1" fmla="*/ 294605 w 6858000"/>
              <a:gd name="connsiteY1" fmla="*/ 0 h 1130410"/>
              <a:gd name="connsiteX2" fmla="*/ 6563395 w 6858000"/>
              <a:gd name="connsiteY2" fmla="*/ 0 h 1130410"/>
              <a:gd name="connsiteX3" fmla="*/ 6858000 w 6858000"/>
              <a:gd name="connsiteY3" fmla="*/ 294605 h 1130410"/>
              <a:gd name="connsiteX4" fmla="*/ 6858000 w 6858000"/>
              <a:gd name="connsiteY4" fmla="*/ 1037543 h 1130410"/>
              <a:gd name="connsiteX5" fmla="*/ 0 w 6858000"/>
              <a:gd name="connsiteY5" fmla="*/ 1037543 h 1130410"/>
              <a:gd name="connsiteX6" fmla="*/ 0 w 6858000"/>
              <a:gd name="connsiteY6" fmla="*/ 294605 h 1130410"/>
              <a:gd name="connsiteX0" fmla="*/ 0 w 6858000"/>
              <a:gd name="connsiteY0" fmla="*/ 294605 h 1037543"/>
              <a:gd name="connsiteX1" fmla="*/ 294605 w 6858000"/>
              <a:gd name="connsiteY1" fmla="*/ 0 h 1037543"/>
              <a:gd name="connsiteX2" fmla="*/ 6563395 w 6858000"/>
              <a:gd name="connsiteY2" fmla="*/ 0 h 1037543"/>
              <a:gd name="connsiteX3" fmla="*/ 6858000 w 6858000"/>
              <a:gd name="connsiteY3" fmla="*/ 294605 h 1037543"/>
              <a:gd name="connsiteX4" fmla="*/ 6858000 w 6858000"/>
              <a:gd name="connsiteY4" fmla="*/ 1037543 h 1037543"/>
              <a:gd name="connsiteX5" fmla="*/ 0 w 6858000"/>
              <a:gd name="connsiteY5" fmla="*/ 1037543 h 1037543"/>
              <a:gd name="connsiteX6" fmla="*/ 0 w 6858000"/>
              <a:gd name="connsiteY6" fmla="*/ 294605 h 103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037543">
                <a:moveTo>
                  <a:pt x="0" y="294605"/>
                </a:moveTo>
                <a:cubicBezTo>
                  <a:pt x="0" y="131899"/>
                  <a:pt x="131899" y="0"/>
                  <a:pt x="294605" y="0"/>
                </a:cubicBezTo>
                <a:lnTo>
                  <a:pt x="6563395" y="0"/>
                </a:lnTo>
                <a:cubicBezTo>
                  <a:pt x="6726101" y="0"/>
                  <a:pt x="6858000" y="131899"/>
                  <a:pt x="6858000" y="294605"/>
                </a:cubicBezTo>
                <a:lnTo>
                  <a:pt x="6858000" y="1037543"/>
                </a:lnTo>
                <a:lnTo>
                  <a:pt x="0" y="1037543"/>
                </a:lnTo>
                <a:lnTo>
                  <a:pt x="0" y="29460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BF6C53-03D3-4BB9-94CD-6F4233D776CC}"/>
              </a:ext>
            </a:extLst>
          </p:cNvPr>
          <p:cNvSpPr/>
          <p:nvPr/>
        </p:nvSpPr>
        <p:spPr>
          <a:xfrm>
            <a:off x="0" y="-15552"/>
            <a:ext cx="6858000" cy="2160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97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78F012-4204-45B0-9603-71FE610A2324}"/>
              </a:ext>
            </a:extLst>
          </p:cNvPr>
          <p:cNvSpPr/>
          <p:nvPr/>
        </p:nvSpPr>
        <p:spPr>
          <a:xfrm>
            <a:off x="2888940" y="9513458"/>
            <a:ext cx="1260140" cy="2835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705000160">
                  <a:custGeom>
                    <a:avLst/>
                    <a:gdLst>
                      <a:gd name="connsiteX0" fmla="*/ 0 w 1260140"/>
                      <a:gd name="connsiteY0" fmla="*/ 0 h 283532"/>
                      <a:gd name="connsiteX1" fmla="*/ 604867 w 1260140"/>
                      <a:gd name="connsiteY1" fmla="*/ 0 h 283532"/>
                      <a:gd name="connsiteX2" fmla="*/ 1260140 w 1260140"/>
                      <a:gd name="connsiteY2" fmla="*/ 0 h 283532"/>
                      <a:gd name="connsiteX3" fmla="*/ 1260140 w 1260140"/>
                      <a:gd name="connsiteY3" fmla="*/ 283532 h 283532"/>
                      <a:gd name="connsiteX4" fmla="*/ 630070 w 1260140"/>
                      <a:gd name="connsiteY4" fmla="*/ 283532 h 283532"/>
                      <a:gd name="connsiteX5" fmla="*/ 0 w 1260140"/>
                      <a:gd name="connsiteY5" fmla="*/ 283532 h 283532"/>
                      <a:gd name="connsiteX6" fmla="*/ 0 w 1260140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60140" h="283532" extrusionOk="0">
                        <a:moveTo>
                          <a:pt x="0" y="0"/>
                        </a:moveTo>
                        <a:cubicBezTo>
                          <a:pt x="259985" y="16903"/>
                          <a:pt x="334573" y="-25665"/>
                          <a:pt x="604867" y="0"/>
                        </a:cubicBezTo>
                        <a:cubicBezTo>
                          <a:pt x="875161" y="25665"/>
                          <a:pt x="1066432" y="13303"/>
                          <a:pt x="1260140" y="0"/>
                        </a:cubicBezTo>
                        <a:cubicBezTo>
                          <a:pt x="1268227" y="105165"/>
                          <a:pt x="1259877" y="150173"/>
                          <a:pt x="1260140" y="283532"/>
                        </a:cubicBezTo>
                        <a:cubicBezTo>
                          <a:pt x="956310" y="270478"/>
                          <a:pt x="812387" y="309079"/>
                          <a:pt x="630070" y="283532"/>
                        </a:cubicBezTo>
                        <a:cubicBezTo>
                          <a:pt x="447753" y="257986"/>
                          <a:pt x="273610" y="311291"/>
                          <a:pt x="0" y="283532"/>
                        </a:cubicBezTo>
                        <a:cubicBezTo>
                          <a:pt x="6472" y="168061"/>
                          <a:pt x="6951" y="11814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8FECB2-A3A0-4FC5-9975-30B439454E10}"/>
              </a:ext>
            </a:extLst>
          </p:cNvPr>
          <p:cNvSpPr txBox="1"/>
          <p:nvPr/>
        </p:nvSpPr>
        <p:spPr>
          <a:xfrm>
            <a:off x="1910660" y="9549462"/>
            <a:ext cx="1050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クラス記号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B90F29-752E-4F9D-9AB4-BDEEF52DF190}"/>
              </a:ext>
            </a:extLst>
          </p:cNvPr>
          <p:cNvSpPr/>
          <p:nvPr/>
        </p:nvSpPr>
        <p:spPr>
          <a:xfrm>
            <a:off x="4617132" y="9513458"/>
            <a:ext cx="2124236" cy="288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4056488346">
                  <a:custGeom>
                    <a:avLst/>
                    <a:gdLst>
                      <a:gd name="connsiteX0" fmla="*/ 0 w 2016224"/>
                      <a:gd name="connsiteY0" fmla="*/ 0 h 288032"/>
                      <a:gd name="connsiteX1" fmla="*/ 692237 w 2016224"/>
                      <a:gd name="connsiteY1" fmla="*/ 0 h 288032"/>
                      <a:gd name="connsiteX2" fmla="*/ 1303825 w 2016224"/>
                      <a:gd name="connsiteY2" fmla="*/ 0 h 288032"/>
                      <a:gd name="connsiteX3" fmla="*/ 2016224 w 2016224"/>
                      <a:gd name="connsiteY3" fmla="*/ 0 h 288032"/>
                      <a:gd name="connsiteX4" fmla="*/ 2016224 w 2016224"/>
                      <a:gd name="connsiteY4" fmla="*/ 288032 h 288032"/>
                      <a:gd name="connsiteX5" fmla="*/ 1384474 w 2016224"/>
                      <a:gd name="connsiteY5" fmla="*/ 288032 h 288032"/>
                      <a:gd name="connsiteX6" fmla="*/ 692237 w 2016224"/>
                      <a:gd name="connsiteY6" fmla="*/ 288032 h 288032"/>
                      <a:gd name="connsiteX7" fmla="*/ 0 w 2016224"/>
                      <a:gd name="connsiteY7" fmla="*/ 288032 h 288032"/>
                      <a:gd name="connsiteX8" fmla="*/ 0 w 2016224"/>
                      <a:gd name="connsiteY8" fmla="*/ 0 h 288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6224" h="288032" extrusionOk="0">
                        <a:moveTo>
                          <a:pt x="0" y="0"/>
                        </a:moveTo>
                        <a:cubicBezTo>
                          <a:pt x="299356" y="-28044"/>
                          <a:pt x="383286" y="-4584"/>
                          <a:pt x="692237" y="0"/>
                        </a:cubicBezTo>
                        <a:cubicBezTo>
                          <a:pt x="1001188" y="4584"/>
                          <a:pt x="1176624" y="-15460"/>
                          <a:pt x="1303825" y="0"/>
                        </a:cubicBezTo>
                        <a:cubicBezTo>
                          <a:pt x="1431026" y="15460"/>
                          <a:pt x="1808011" y="18400"/>
                          <a:pt x="2016224" y="0"/>
                        </a:cubicBezTo>
                        <a:cubicBezTo>
                          <a:pt x="2019028" y="113200"/>
                          <a:pt x="2019511" y="153353"/>
                          <a:pt x="2016224" y="288032"/>
                        </a:cubicBezTo>
                        <a:cubicBezTo>
                          <a:pt x="1884070" y="296745"/>
                          <a:pt x="1601696" y="258596"/>
                          <a:pt x="1384474" y="288032"/>
                        </a:cubicBezTo>
                        <a:cubicBezTo>
                          <a:pt x="1167252" y="317469"/>
                          <a:pt x="877810" y="259086"/>
                          <a:pt x="692237" y="288032"/>
                        </a:cubicBezTo>
                        <a:cubicBezTo>
                          <a:pt x="506664" y="316978"/>
                          <a:pt x="300491" y="310870"/>
                          <a:pt x="0" y="288032"/>
                        </a:cubicBezTo>
                        <a:cubicBezTo>
                          <a:pt x="-11301" y="206378"/>
                          <a:pt x="-13420" y="8793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FF3893-A84F-4C1A-9452-A9324DE1DC7B}"/>
              </a:ext>
            </a:extLst>
          </p:cNvPr>
          <p:cNvSpPr txBox="1"/>
          <p:nvPr/>
        </p:nvSpPr>
        <p:spPr>
          <a:xfrm>
            <a:off x="4149080" y="9549462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名前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04D9B9-056C-4D01-AE3A-D2BD9BC96323}"/>
              </a:ext>
            </a:extLst>
          </p:cNvPr>
          <p:cNvSpPr/>
          <p:nvPr/>
        </p:nvSpPr>
        <p:spPr>
          <a:xfrm>
            <a:off x="116632" y="1630604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94485982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126205 w 6624736"/>
                      <a:gd name="connsiteY2" fmla="*/ 0 h 445550"/>
                      <a:gd name="connsiteX3" fmla="*/ 1921173 w 6624736"/>
                      <a:gd name="connsiteY3" fmla="*/ 0 h 445550"/>
                      <a:gd name="connsiteX4" fmla="*/ 2649894 w 6624736"/>
                      <a:gd name="connsiteY4" fmla="*/ 0 h 445550"/>
                      <a:gd name="connsiteX5" fmla="*/ 3179873 w 6624736"/>
                      <a:gd name="connsiteY5" fmla="*/ 0 h 445550"/>
                      <a:gd name="connsiteX6" fmla="*/ 3709852 w 6624736"/>
                      <a:gd name="connsiteY6" fmla="*/ 0 h 445550"/>
                      <a:gd name="connsiteX7" fmla="*/ 4239831 w 6624736"/>
                      <a:gd name="connsiteY7" fmla="*/ 0 h 445550"/>
                      <a:gd name="connsiteX8" fmla="*/ 4902305 w 6624736"/>
                      <a:gd name="connsiteY8" fmla="*/ 0 h 445550"/>
                      <a:gd name="connsiteX9" fmla="*/ 5564778 w 6624736"/>
                      <a:gd name="connsiteY9" fmla="*/ 0 h 445550"/>
                      <a:gd name="connsiteX10" fmla="*/ 6624736 w 6624736"/>
                      <a:gd name="connsiteY10" fmla="*/ 0 h 445550"/>
                      <a:gd name="connsiteX11" fmla="*/ 6624736 w 6624736"/>
                      <a:gd name="connsiteY11" fmla="*/ 445550 h 445550"/>
                      <a:gd name="connsiteX12" fmla="*/ 6094757 w 6624736"/>
                      <a:gd name="connsiteY12" fmla="*/ 445550 h 445550"/>
                      <a:gd name="connsiteX13" fmla="*/ 5432284 w 6624736"/>
                      <a:gd name="connsiteY13" fmla="*/ 445550 h 445550"/>
                      <a:gd name="connsiteX14" fmla="*/ 4836057 w 6624736"/>
                      <a:gd name="connsiteY14" fmla="*/ 445550 h 445550"/>
                      <a:gd name="connsiteX15" fmla="*/ 4107336 w 6624736"/>
                      <a:gd name="connsiteY15" fmla="*/ 445550 h 445550"/>
                      <a:gd name="connsiteX16" fmla="*/ 3511110 w 6624736"/>
                      <a:gd name="connsiteY16" fmla="*/ 445550 h 445550"/>
                      <a:gd name="connsiteX17" fmla="*/ 2981131 w 6624736"/>
                      <a:gd name="connsiteY17" fmla="*/ 445550 h 445550"/>
                      <a:gd name="connsiteX18" fmla="*/ 2517400 w 6624736"/>
                      <a:gd name="connsiteY18" fmla="*/ 445550 h 445550"/>
                      <a:gd name="connsiteX19" fmla="*/ 1722431 w 6624736"/>
                      <a:gd name="connsiteY19" fmla="*/ 445550 h 445550"/>
                      <a:gd name="connsiteX20" fmla="*/ 1192452 w 6624736"/>
                      <a:gd name="connsiteY20" fmla="*/ 445550 h 445550"/>
                      <a:gd name="connsiteX21" fmla="*/ 728721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52503" y="-18309"/>
                          <a:pt x="465698" y="-26646"/>
                          <a:pt x="596226" y="0"/>
                        </a:cubicBezTo>
                        <a:cubicBezTo>
                          <a:pt x="726754" y="26646"/>
                          <a:pt x="889599" y="18855"/>
                          <a:pt x="1126205" y="0"/>
                        </a:cubicBezTo>
                        <a:cubicBezTo>
                          <a:pt x="1362811" y="-18855"/>
                          <a:pt x="1758892" y="-17611"/>
                          <a:pt x="1921173" y="0"/>
                        </a:cubicBezTo>
                        <a:cubicBezTo>
                          <a:pt x="2083454" y="17611"/>
                          <a:pt x="2466382" y="20418"/>
                          <a:pt x="2649894" y="0"/>
                        </a:cubicBezTo>
                        <a:cubicBezTo>
                          <a:pt x="2833406" y="-20418"/>
                          <a:pt x="2986354" y="6738"/>
                          <a:pt x="3179873" y="0"/>
                        </a:cubicBezTo>
                        <a:cubicBezTo>
                          <a:pt x="3373392" y="-6738"/>
                          <a:pt x="3514051" y="-5843"/>
                          <a:pt x="3709852" y="0"/>
                        </a:cubicBezTo>
                        <a:cubicBezTo>
                          <a:pt x="3905653" y="5843"/>
                          <a:pt x="4041128" y="-6801"/>
                          <a:pt x="4239831" y="0"/>
                        </a:cubicBezTo>
                        <a:cubicBezTo>
                          <a:pt x="4438534" y="6801"/>
                          <a:pt x="4707094" y="32877"/>
                          <a:pt x="4902305" y="0"/>
                        </a:cubicBezTo>
                        <a:cubicBezTo>
                          <a:pt x="5097516" y="-32877"/>
                          <a:pt x="5377296" y="29480"/>
                          <a:pt x="5564778" y="0"/>
                        </a:cubicBezTo>
                        <a:cubicBezTo>
                          <a:pt x="5752260" y="-29480"/>
                          <a:pt x="6252525" y="-9613"/>
                          <a:pt x="6624736" y="0"/>
                        </a:cubicBezTo>
                        <a:cubicBezTo>
                          <a:pt x="6612267" y="111063"/>
                          <a:pt x="6637912" y="328092"/>
                          <a:pt x="6624736" y="445550"/>
                        </a:cubicBezTo>
                        <a:cubicBezTo>
                          <a:pt x="6478845" y="436386"/>
                          <a:pt x="6269425" y="426529"/>
                          <a:pt x="6094757" y="445550"/>
                        </a:cubicBezTo>
                        <a:cubicBezTo>
                          <a:pt x="5920089" y="464571"/>
                          <a:pt x="5628766" y="467661"/>
                          <a:pt x="5432284" y="445550"/>
                        </a:cubicBezTo>
                        <a:cubicBezTo>
                          <a:pt x="5235802" y="423439"/>
                          <a:pt x="5054181" y="448231"/>
                          <a:pt x="4836057" y="445550"/>
                        </a:cubicBezTo>
                        <a:cubicBezTo>
                          <a:pt x="4617933" y="442869"/>
                          <a:pt x="4270091" y="421759"/>
                          <a:pt x="4107336" y="445550"/>
                        </a:cubicBezTo>
                        <a:cubicBezTo>
                          <a:pt x="3944581" y="469341"/>
                          <a:pt x="3753713" y="438198"/>
                          <a:pt x="3511110" y="445550"/>
                        </a:cubicBezTo>
                        <a:cubicBezTo>
                          <a:pt x="3268507" y="452902"/>
                          <a:pt x="3245836" y="425450"/>
                          <a:pt x="2981131" y="445550"/>
                        </a:cubicBezTo>
                        <a:cubicBezTo>
                          <a:pt x="2716426" y="465650"/>
                          <a:pt x="2641408" y="438307"/>
                          <a:pt x="2517400" y="445550"/>
                        </a:cubicBezTo>
                        <a:cubicBezTo>
                          <a:pt x="2393392" y="452793"/>
                          <a:pt x="2076725" y="475705"/>
                          <a:pt x="1722431" y="445550"/>
                        </a:cubicBezTo>
                        <a:cubicBezTo>
                          <a:pt x="1368137" y="415395"/>
                          <a:pt x="1372837" y="422034"/>
                          <a:pt x="1192452" y="445550"/>
                        </a:cubicBezTo>
                        <a:cubicBezTo>
                          <a:pt x="1012067" y="469066"/>
                          <a:pt x="921543" y="429211"/>
                          <a:pt x="728721" y="445550"/>
                        </a:cubicBezTo>
                        <a:cubicBezTo>
                          <a:pt x="535899" y="461889"/>
                          <a:pt x="192317" y="476811"/>
                          <a:pt x="0" y="445550"/>
                        </a:cubicBezTo>
                        <a:cubicBezTo>
                          <a:pt x="14204" y="329297"/>
                          <a:pt x="-21506" y="14839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FA1D18-946B-4B1D-8256-FD9F90D2B824}"/>
              </a:ext>
            </a:extLst>
          </p:cNvPr>
          <p:cNvSpPr txBox="1"/>
          <p:nvPr/>
        </p:nvSpPr>
        <p:spPr>
          <a:xfrm>
            <a:off x="46759" y="130061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▽ゲームタイトル</a:t>
            </a:r>
            <a:r>
              <a:rPr kumimoji="1" lang="en-US" altLang="ja-JP" sz="7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479BF2-0AC1-4F8B-8D74-E154FABF3758}"/>
              </a:ext>
            </a:extLst>
          </p:cNvPr>
          <p:cNvSpPr/>
          <p:nvPr/>
        </p:nvSpPr>
        <p:spPr>
          <a:xfrm>
            <a:off x="116632" y="2476258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4225246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059958 w 6624736"/>
                      <a:gd name="connsiteY2" fmla="*/ 0 h 445550"/>
                      <a:gd name="connsiteX3" fmla="*/ 1788679 w 6624736"/>
                      <a:gd name="connsiteY3" fmla="*/ 0 h 445550"/>
                      <a:gd name="connsiteX4" fmla="*/ 2583647 w 6624736"/>
                      <a:gd name="connsiteY4" fmla="*/ 0 h 445550"/>
                      <a:gd name="connsiteX5" fmla="*/ 3113626 w 6624736"/>
                      <a:gd name="connsiteY5" fmla="*/ 0 h 445550"/>
                      <a:gd name="connsiteX6" fmla="*/ 3643605 w 6624736"/>
                      <a:gd name="connsiteY6" fmla="*/ 0 h 445550"/>
                      <a:gd name="connsiteX7" fmla="*/ 4372326 w 6624736"/>
                      <a:gd name="connsiteY7" fmla="*/ 0 h 445550"/>
                      <a:gd name="connsiteX8" fmla="*/ 4836057 w 6624736"/>
                      <a:gd name="connsiteY8" fmla="*/ 0 h 445550"/>
                      <a:gd name="connsiteX9" fmla="*/ 5366036 w 6624736"/>
                      <a:gd name="connsiteY9" fmla="*/ 0 h 445550"/>
                      <a:gd name="connsiteX10" fmla="*/ 6028510 w 6624736"/>
                      <a:gd name="connsiteY10" fmla="*/ 0 h 445550"/>
                      <a:gd name="connsiteX11" fmla="*/ 6624736 w 6624736"/>
                      <a:gd name="connsiteY11" fmla="*/ 0 h 445550"/>
                      <a:gd name="connsiteX12" fmla="*/ 6624736 w 6624736"/>
                      <a:gd name="connsiteY12" fmla="*/ 445550 h 445550"/>
                      <a:gd name="connsiteX13" fmla="*/ 5962262 w 6624736"/>
                      <a:gd name="connsiteY13" fmla="*/ 445550 h 445550"/>
                      <a:gd name="connsiteX14" fmla="*/ 5299789 w 6624736"/>
                      <a:gd name="connsiteY14" fmla="*/ 445550 h 445550"/>
                      <a:gd name="connsiteX15" fmla="*/ 4703563 w 6624736"/>
                      <a:gd name="connsiteY15" fmla="*/ 445550 h 445550"/>
                      <a:gd name="connsiteX16" fmla="*/ 4173584 w 6624736"/>
                      <a:gd name="connsiteY16" fmla="*/ 445550 h 445550"/>
                      <a:gd name="connsiteX17" fmla="*/ 3643605 w 6624736"/>
                      <a:gd name="connsiteY17" fmla="*/ 445550 h 445550"/>
                      <a:gd name="connsiteX18" fmla="*/ 2981131 w 6624736"/>
                      <a:gd name="connsiteY18" fmla="*/ 445550 h 445550"/>
                      <a:gd name="connsiteX19" fmla="*/ 2252410 w 6624736"/>
                      <a:gd name="connsiteY19" fmla="*/ 445550 h 445550"/>
                      <a:gd name="connsiteX20" fmla="*/ 1457442 w 6624736"/>
                      <a:gd name="connsiteY20" fmla="*/ 445550 h 445550"/>
                      <a:gd name="connsiteX21" fmla="*/ 861216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62881" y="3277"/>
                          <a:pt x="355850" y="-6436"/>
                          <a:pt x="596226" y="0"/>
                        </a:cubicBezTo>
                        <a:cubicBezTo>
                          <a:pt x="836602" y="6436"/>
                          <a:pt x="963318" y="7945"/>
                          <a:pt x="1059958" y="0"/>
                        </a:cubicBezTo>
                        <a:cubicBezTo>
                          <a:pt x="1156598" y="-7945"/>
                          <a:pt x="1571087" y="6442"/>
                          <a:pt x="1788679" y="0"/>
                        </a:cubicBezTo>
                        <a:cubicBezTo>
                          <a:pt x="2006271" y="-6442"/>
                          <a:pt x="2407262" y="-21256"/>
                          <a:pt x="2583647" y="0"/>
                        </a:cubicBezTo>
                        <a:cubicBezTo>
                          <a:pt x="2760032" y="21256"/>
                          <a:pt x="2928819" y="-21323"/>
                          <a:pt x="3113626" y="0"/>
                        </a:cubicBezTo>
                        <a:cubicBezTo>
                          <a:pt x="3298433" y="21323"/>
                          <a:pt x="3535549" y="11327"/>
                          <a:pt x="3643605" y="0"/>
                        </a:cubicBezTo>
                        <a:cubicBezTo>
                          <a:pt x="3751661" y="-11327"/>
                          <a:pt x="4127985" y="-4921"/>
                          <a:pt x="4372326" y="0"/>
                        </a:cubicBezTo>
                        <a:cubicBezTo>
                          <a:pt x="4616667" y="4921"/>
                          <a:pt x="4732878" y="-22211"/>
                          <a:pt x="4836057" y="0"/>
                        </a:cubicBezTo>
                        <a:cubicBezTo>
                          <a:pt x="4939236" y="22211"/>
                          <a:pt x="5154724" y="24647"/>
                          <a:pt x="5366036" y="0"/>
                        </a:cubicBezTo>
                        <a:cubicBezTo>
                          <a:pt x="5577348" y="-24647"/>
                          <a:pt x="5713828" y="23370"/>
                          <a:pt x="6028510" y="0"/>
                        </a:cubicBezTo>
                        <a:cubicBezTo>
                          <a:pt x="6343192" y="-23370"/>
                          <a:pt x="6480539" y="1202"/>
                          <a:pt x="6624736" y="0"/>
                        </a:cubicBezTo>
                        <a:cubicBezTo>
                          <a:pt x="6622971" y="109889"/>
                          <a:pt x="6640026" y="280381"/>
                          <a:pt x="6624736" y="445550"/>
                        </a:cubicBezTo>
                        <a:cubicBezTo>
                          <a:pt x="6393292" y="435384"/>
                          <a:pt x="6241790" y="444133"/>
                          <a:pt x="5962262" y="445550"/>
                        </a:cubicBezTo>
                        <a:cubicBezTo>
                          <a:pt x="5682734" y="446967"/>
                          <a:pt x="5579704" y="427870"/>
                          <a:pt x="5299789" y="445550"/>
                        </a:cubicBezTo>
                        <a:cubicBezTo>
                          <a:pt x="5019874" y="463230"/>
                          <a:pt x="4830342" y="427674"/>
                          <a:pt x="4703563" y="445550"/>
                        </a:cubicBezTo>
                        <a:cubicBezTo>
                          <a:pt x="4576784" y="463426"/>
                          <a:pt x="4298907" y="425794"/>
                          <a:pt x="4173584" y="445550"/>
                        </a:cubicBezTo>
                        <a:cubicBezTo>
                          <a:pt x="4048261" y="465306"/>
                          <a:pt x="3832699" y="434144"/>
                          <a:pt x="3643605" y="445550"/>
                        </a:cubicBezTo>
                        <a:cubicBezTo>
                          <a:pt x="3454511" y="456956"/>
                          <a:pt x="3184681" y="472569"/>
                          <a:pt x="2981131" y="445550"/>
                        </a:cubicBezTo>
                        <a:cubicBezTo>
                          <a:pt x="2777581" y="418531"/>
                          <a:pt x="2451143" y="443117"/>
                          <a:pt x="2252410" y="445550"/>
                        </a:cubicBezTo>
                        <a:cubicBezTo>
                          <a:pt x="2053677" y="447983"/>
                          <a:pt x="1713572" y="465545"/>
                          <a:pt x="1457442" y="445550"/>
                        </a:cubicBezTo>
                        <a:cubicBezTo>
                          <a:pt x="1201312" y="425555"/>
                          <a:pt x="1038725" y="462622"/>
                          <a:pt x="861216" y="445550"/>
                        </a:cubicBezTo>
                        <a:cubicBezTo>
                          <a:pt x="683707" y="428478"/>
                          <a:pt x="329123" y="458757"/>
                          <a:pt x="0" y="445550"/>
                        </a:cubicBezTo>
                        <a:cubicBezTo>
                          <a:pt x="18422" y="302828"/>
                          <a:pt x="-9825" y="1921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A28504-EA7D-4306-910D-8FDB6409372F}"/>
              </a:ext>
            </a:extLst>
          </p:cNvPr>
          <p:cNvSpPr txBox="1"/>
          <p:nvPr/>
        </p:nvSpPr>
        <p:spPr>
          <a:xfrm>
            <a:off x="38100" y="2150551"/>
            <a:ext cx="186140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▽ゲームコンセプト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endParaRPr kumimoji="1" lang="ja-JP" altLang="en-US" sz="13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10F33B-6A2C-4698-9F96-4A381F5E5F86}"/>
              </a:ext>
            </a:extLst>
          </p:cNvPr>
          <p:cNvSpPr/>
          <p:nvPr/>
        </p:nvSpPr>
        <p:spPr>
          <a:xfrm>
            <a:off x="980728" y="9513458"/>
            <a:ext cx="922603" cy="2835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50595"/>
                      <a:gd name="connsiteY0" fmla="*/ 0 h 283532"/>
                      <a:gd name="connsiteX1" fmla="*/ 442309 w 850595"/>
                      <a:gd name="connsiteY1" fmla="*/ 0 h 283532"/>
                      <a:gd name="connsiteX2" fmla="*/ 850595 w 850595"/>
                      <a:gd name="connsiteY2" fmla="*/ 0 h 283532"/>
                      <a:gd name="connsiteX3" fmla="*/ 850595 w 850595"/>
                      <a:gd name="connsiteY3" fmla="*/ 283532 h 283532"/>
                      <a:gd name="connsiteX4" fmla="*/ 433803 w 850595"/>
                      <a:gd name="connsiteY4" fmla="*/ 283532 h 283532"/>
                      <a:gd name="connsiteX5" fmla="*/ 0 w 850595"/>
                      <a:gd name="connsiteY5" fmla="*/ 283532 h 283532"/>
                      <a:gd name="connsiteX6" fmla="*/ 0 w 850595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0595" h="283532" fill="none" extrusionOk="0">
                        <a:moveTo>
                          <a:pt x="0" y="0"/>
                        </a:moveTo>
                        <a:cubicBezTo>
                          <a:pt x="108665" y="-17875"/>
                          <a:pt x="260258" y="-7380"/>
                          <a:pt x="442309" y="0"/>
                        </a:cubicBezTo>
                        <a:cubicBezTo>
                          <a:pt x="624360" y="7380"/>
                          <a:pt x="680457" y="-16523"/>
                          <a:pt x="850595" y="0"/>
                        </a:cubicBezTo>
                        <a:cubicBezTo>
                          <a:pt x="863240" y="86392"/>
                          <a:pt x="858491" y="211184"/>
                          <a:pt x="850595" y="283532"/>
                        </a:cubicBezTo>
                        <a:cubicBezTo>
                          <a:pt x="755356" y="270447"/>
                          <a:pt x="594417" y="295951"/>
                          <a:pt x="433803" y="283532"/>
                        </a:cubicBezTo>
                        <a:cubicBezTo>
                          <a:pt x="273189" y="271113"/>
                          <a:pt x="143347" y="294305"/>
                          <a:pt x="0" y="283532"/>
                        </a:cubicBezTo>
                        <a:cubicBezTo>
                          <a:pt x="-11523" y="165657"/>
                          <a:pt x="-8529" y="103015"/>
                          <a:pt x="0" y="0"/>
                        </a:cubicBezTo>
                        <a:close/>
                      </a:path>
                      <a:path w="850595" h="283532" stroke="0" extrusionOk="0">
                        <a:moveTo>
                          <a:pt x="0" y="0"/>
                        </a:moveTo>
                        <a:cubicBezTo>
                          <a:pt x="196853" y="-13027"/>
                          <a:pt x="304847" y="9055"/>
                          <a:pt x="416792" y="0"/>
                        </a:cubicBezTo>
                        <a:cubicBezTo>
                          <a:pt x="528737" y="-9055"/>
                          <a:pt x="657206" y="-2938"/>
                          <a:pt x="850595" y="0"/>
                        </a:cubicBezTo>
                        <a:cubicBezTo>
                          <a:pt x="859812" y="106609"/>
                          <a:pt x="846053" y="187911"/>
                          <a:pt x="850595" y="283532"/>
                        </a:cubicBezTo>
                        <a:cubicBezTo>
                          <a:pt x="671021" y="278022"/>
                          <a:pt x="594921" y="270115"/>
                          <a:pt x="425298" y="283532"/>
                        </a:cubicBezTo>
                        <a:cubicBezTo>
                          <a:pt x="255675" y="296949"/>
                          <a:pt x="91596" y="294775"/>
                          <a:pt x="0" y="283532"/>
                        </a:cubicBezTo>
                        <a:cubicBezTo>
                          <a:pt x="480" y="191429"/>
                          <a:pt x="7950" y="7045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03DF412-2C6C-4295-97DD-01FBE0584089}"/>
              </a:ext>
            </a:extLst>
          </p:cNvPr>
          <p:cNvSpPr txBox="1"/>
          <p:nvPr/>
        </p:nvSpPr>
        <p:spPr>
          <a:xfrm>
            <a:off x="44624" y="9549462"/>
            <a:ext cx="10134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チーム</a:t>
            </a:r>
            <a:r>
              <a:rPr kumimoji="1" lang="en-US" altLang="ja-JP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No.</a:t>
            </a:r>
            <a:endParaRPr kumimoji="1" lang="ja-JP" altLang="en-US" sz="135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DBC296C1-6134-4D6B-A6A9-EE4A2E6D2E4D}"/>
              </a:ext>
            </a:extLst>
          </p:cNvPr>
          <p:cNvSpPr txBox="1"/>
          <p:nvPr/>
        </p:nvSpPr>
        <p:spPr>
          <a:xfrm>
            <a:off x="38100" y="-15552"/>
            <a:ext cx="6775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HAL</a:t>
            </a:r>
            <a:r>
              <a:rPr kumimoji="1" lang="ja-JP" altLang="en-US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東京 </a:t>
            </a:r>
            <a:r>
              <a:rPr kumimoji="1" lang="en-US" altLang="ja-JP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2021</a:t>
            </a:r>
            <a:r>
              <a:rPr kumimoji="1" lang="ja-JP" altLang="en-US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年度版</a:t>
            </a:r>
            <a:r>
              <a:rPr kumimoji="1" lang="en-US" altLang="ja-JP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1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草案テンプレート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0C9942B-F7E9-0CE5-150F-7AE42475B765}"/>
              </a:ext>
            </a:extLst>
          </p:cNvPr>
          <p:cNvSpPr txBox="1"/>
          <p:nvPr/>
        </p:nvSpPr>
        <p:spPr>
          <a:xfrm>
            <a:off x="262783" y="1698759"/>
            <a:ext cx="6372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腕ダフルアームズ 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CE522A-AA9B-5B3C-6DF2-5CCA803A385C}"/>
              </a:ext>
            </a:extLst>
          </p:cNvPr>
          <p:cNvSpPr txBox="1"/>
          <p:nvPr/>
        </p:nvSpPr>
        <p:spPr>
          <a:xfrm>
            <a:off x="262783" y="2526851"/>
            <a:ext cx="6372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変な腕でぶっ飛ばせ！</a:t>
            </a:r>
          </a:p>
        </p:txBody>
      </p:sp>
      <p:sp>
        <p:nvSpPr>
          <p:cNvPr id="1002" name="rules 1002"/>
          <p:cNvSpPr txBox="1"/>
          <p:nvPr/>
        </p:nvSpPr>
        <p:spPr>
          <a:xfrm>
            <a:off x="503884" y="3105150"/>
            <a:ext cx="575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拾う！ </a:t>
            </a:r>
            <a:r>
              <a:rPr kumimoji="1" lang="ja-JP" altLang="en-US" sz="1200" b="1" dirty="0">
                <a:solidFill>
                  <a:srgbClr val="000000"/>
                </a:solidFill>
                <a:latin typeface="メイリオ"/>
                <a:ea typeface="メイリオ"/>
              </a:rPr>
              <a:t>腕カプセルで腕チェンジ</a:t>
            </a:r>
          </a:p>
          <a:p>
            <a:pPr algn="l">
              <a:spcAft>
                <a:spcPts val="15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組む！ </a:t>
            </a:r>
            <a:r>
              <a:rPr kumimoji="1" lang="ja-JP" altLang="en-US" sz="1200" b="1" dirty="0">
                <a:solidFill>
                  <a:srgbClr val="000000"/>
                </a:solidFill>
                <a:latin typeface="メイリオ"/>
                <a:ea typeface="メイリオ"/>
              </a:rPr>
              <a:t>左右の腕は別々に装備</a:t>
            </a:r>
          </a:p>
          <a:p>
            <a:pPr algn="l">
              <a:spcAft>
                <a:spcPts val="15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飛ばす！ </a:t>
            </a:r>
            <a:r>
              <a:rPr kumimoji="1" lang="ja-JP" altLang="en-US" sz="1200" b="1" dirty="0">
                <a:solidFill>
                  <a:srgbClr val="000000"/>
                </a:solidFill>
                <a:latin typeface="メイリオ"/>
                <a:ea typeface="メイリオ"/>
              </a:rPr>
              <a:t>殴られるほど吹っ飛ぶ→場外でアウト</a:t>
            </a:r>
          </a:p>
          <a:p>
            <a:pPr algn="l">
              <a:spcAft>
                <a:spcPts val="15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崩れる！ </a:t>
            </a:r>
            <a:r>
              <a:rPr kumimoji="1" lang="ja-JP" altLang="en-US" sz="1200" b="1" dirty="0">
                <a:solidFill>
                  <a:srgbClr val="000000"/>
                </a:solidFill>
                <a:latin typeface="メイリオ"/>
                <a:ea typeface="メイリオ"/>
              </a:rPr>
              <a:t>ステージがどんどん縮む</a:t>
            </a:r>
          </a:p>
        </p:txBody>
      </p:sp>
      <p:sp>
        <p:nvSpPr>
          <p:cNvPr id="2000" name="win burst"/>
          <p:cNvSpPr/>
          <p:nvPr/>
        </p:nvSpPr>
        <p:spPr>
          <a:xfrm>
            <a:off x="4407753" y="3048000"/>
            <a:ext cx="2227738" cy="1028700"/>
          </a:xfrm>
          <a:prstGeom prst="irregularSeal1">
            <a:avLst/>
          </a:prstGeom>
          <a:solidFill>
            <a:srgbClr val="FFF2A8"/>
          </a:solidFill>
          <a:ln w="28575">
            <a:solidFill>
              <a:srgbClr val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100" b="1" dirty="0">
                <a:solidFill>
                  <a:srgbClr val="FF0000"/>
                </a:solidFill>
                <a:latin typeface="メイリオ"/>
                <a:ea typeface="メイリオ"/>
              </a:rPr>
              <a:t>最後まで生き残れ</a:t>
            </a:r>
          </a:p>
        </p:txBody>
      </p:sp>
      <p:sp>
        <p:nvSpPr>
          <p:cNvPr id="1003" name="twist 1003"/>
          <p:cNvSpPr/>
          <p:nvPr/>
        </p:nvSpPr>
        <p:spPr>
          <a:xfrm>
            <a:off x="249637" y="4152900"/>
            <a:ext cx="2033000" cy="520000"/>
          </a:xfrm>
          <a:prstGeom prst="wedgeRoundRectCallout">
            <a:avLst>
              <a:gd name="adj1" fmla="val -22000"/>
              <a:gd name="adj2" fmla="val 72000"/>
              <a:gd name="adj3" fmla="val 1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30000" tIns="20000" rIns="3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奪い取れ！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1" dirty="0">
                <a:solidFill>
                  <a:srgbClr val="000000"/>
                </a:solidFill>
                <a:latin typeface="メイリオ"/>
                <a:ea typeface="メイリオ"/>
              </a:rPr>
              <a:t>場外に落とすと腕がドロップ</a:t>
            </a:r>
          </a:p>
        </p:txBody>
      </p:sp>
      <p:sp>
        <p:nvSpPr>
          <p:cNvPr id="1004" name="twist 1004"/>
          <p:cNvSpPr/>
          <p:nvPr/>
        </p:nvSpPr>
        <p:spPr>
          <a:xfrm>
            <a:off x="2432637" y="4152900"/>
            <a:ext cx="2033000" cy="520000"/>
          </a:xfrm>
          <a:prstGeom prst="wedgeRoundRectCallout">
            <a:avLst>
              <a:gd name="adj1" fmla="val 0"/>
              <a:gd name="adj2" fmla="val 72000"/>
              <a:gd name="adj3" fmla="val 1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30000" tIns="20000" rIns="3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合体！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1" dirty="0">
                <a:solidFill>
                  <a:srgbClr val="000000"/>
                </a:solidFill>
                <a:latin typeface="メイリオ"/>
                <a:ea typeface="メイリオ"/>
              </a:rPr>
              <a:t>同じ腕×2でパワーUP</a:t>
            </a:r>
          </a:p>
        </p:txBody>
      </p:sp>
      <p:sp>
        <p:nvSpPr>
          <p:cNvPr id="1005" name="twist 1005"/>
          <p:cNvSpPr/>
          <p:nvPr/>
        </p:nvSpPr>
        <p:spPr>
          <a:xfrm>
            <a:off x="4616637" y="4152900"/>
            <a:ext cx="2033000" cy="520000"/>
          </a:xfrm>
          <a:prstGeom prst="wedgeRoundRectCallout">
            <a:avLst>
              <a:gd name="adj1" fmla="val 22000"/>
              <a:gd name="adj2" fmla="val 72000"/>
              <a:gd name="adj3" fmla="val 1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30000" tIns="20000" rIns="3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300" b="1" dirty="0">
                <a:solidFill>
                  <a:srgbClr val="FF0000"/>
                </a:solidFill>
                <a:latin typeface="メイリオ"/>
                <a:ea typeface="メイリオ"/>
              </a:rPr>
              <a:t>地形も武器！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1" dirty="0">
                <a:solidFill>
                  <a:srgbClr val="000000"/>
                </a:solidFill>
                <a:latin typeface="メイリオ"/>
                <a:ea typeface="メイリオ"/>
              </a:rPr>
              <a:t>柱をつかんで場外から復帰</a:t>
            </a:r>
          </a:p>
        </p:txBody>
      </p:sp>
      <p:sp>
        <p:nvSpPr>
          <p:cNvPr id="1006" name="arm 1006"/>
          <p:cNvSpPr/>
          <p:nvPr/>
        </p:nvSpPr>
        <p:spPr>
          <a:xfrm>
            <a:off x="249637" y="5666208"/>
            <a:ext cx="1000000" cy="420000"/>
          </a:xfrm>
          <a:prstGeom prst="roundRect">
            <a:avLst>
              <a:gd name="adj" fmla="val 12000"/>
            </a:avLst>
          </a:prstGeom>
          <a:solidFill>
            <a:srgbClr val="F31D25"/>
          </a:solidFill>
          <a:ln w="12700">
            <a:solidFill>
              <a:srgbClr val="404040"/>
            </a:solidFill>
          </a:ln>
        </p:spPr>
        <p:txBody>
          <a:bodyPr wrap="square" lIns="20000" tIns="20000" rIns="2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000" b="1" dirty="0">
                <a:solidFill>
                  <a:srgbClr val="000000"/>
                </a:solidFill>
                <a:latin typeface="メイリオ"/>
                <a:ea typeface="メイリオ"/>
              </a:rPr>
              <a:t>★触腕(タコ)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0" dirty="0">
                <a:solidFill>
                  <a:srgbClr val="333333"/>
                </a:solidFill>
                <a:latin typeface="メイリオ"/>
                <a:ea typeface="メイリオ"/>
              </a:rPr>
              <a:t>つかんで投げる</a:t>
            </a:r>
          </a:p>
        </p:txBody>
      </p:sp>
      <p:sp>
        <p:nvSpPr>
          <p:cNvPr id="1007" name="arm 1007"/>
          <p:cNvSpPr/>
          <p:nvPr/>
        </p:nvSpPr>
        <p:spPr>
          <a:xfrm>
            <a:off x="1329637" y="5666208"/>
            <a:ext cx="1000000" cy="42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404040"/>
            </a:solidFill>
          </a:ln>
        </p:spPr>
        <p:txBody>
          <a:bodyPr wrap="square" lIns="20000" tIns="20000" rIns="2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000" b="1" dirty="0">
                <a:solidFill>
                  <a:srgbClr val="000000"/>
                </a:solidFill>
                <a:latin typeface="メイリオ"/>
                <a:ea typeface="メイリオ"/>
              </a:rPr>
              <a:t>★メカアーム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0" dirty="0">
                <a:solidFill>
                  <a:srgbClr val="333333"/>
                </a:solidFill>
                <a:latin typeface="メイリオ"/>
                <a:ea typeface="メイリオ"/>
              </a:rPr>
              <a:t>重い一撃・ガード</a:t>
            </a:r>
          </a:p>
        </p:txBody>
      </p:sp>
      <p:sp>
        <p:nvSpPr>
          <p:cNvPr id="1008" name="arm 1008"/>
          <p:cNvSpPr/>
          <p:nvPr/>
        </p:nvSpPr>
        <p:spPr>
          <a:xfrm>
            <a:off x="2409637" y="5666208"/>
            <a:ext cx="1000000" cy="4200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rgbClr val="404040"/>
            </a:solidFill>
          </a:ln>
        </p:spPr>
        <p:txBody>
          <a:bodyPr wrap="square" lIns="20000" tIns="20000" rIns="2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000" b="1" dirty="0">
                <a:solidFill>
                  <a:srgbClr val="000000"/>
                </a:solidFill>
                <a:latin typeface="メイリオ"/>
                <a:ea typeface="メイリオ"/>
              </a:rPr>
              <a:t>★ゴムアーム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0" dirty="0">
                <a:solidFill>
                  <a:srgbClr val="333333"/>
                </a:solidFill>
                <a:latin typeface="メイリオ"/>
                <a:ea typeface="メイリオ"/>
              </a:rPr>
              <a:t>振り子で移動</a:t>
            </a:r>
          </a:p>
        </p:txBody>
      </p:sp>
      <p:sp>
        <p:nvSpPr>
          <p:cNvPr id="1009" name="arm 1009"/>
          <p:cNvSpPr/>
          <p:nvPr/>
        </p:nvSpPr>
        <p:spPr>
          <a:xfrm>
            <a:off x="3489637" y="5666208"/>
            <a:ext cx="1000000" cy="420000"/>
          </a:xfrm>
          <a:prstGeom prst="roundRect">
            <a:avLst>
              <a:gd name="adj" fmla="val 12000"/>
            </a:avLst>
          </a:prstGeom>
          <a:solidFill>
            <a:srgbClr val="FFFF00"/>
          </a:solidFill>
          <a:ln w="12700">
            <a:solidFill>
              <a:srgbClr val="7F7F7F"/>
            </a:solidFill>
          </a:ln>
        </p:spPr>
        <p:txBody>
          <a:bodyPr wrap="square" lIns="20000" tIns="20000" rIns="2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000" b="1" dirty="0">
                <a:solidFill>
                  <a:srgbClr val="000000"/>
                </a:solidFill>
                <a:latin typeface="メイリオ"/>
                <a:ea typeface="メイリオ"/>
              </a:rPr>
              <a:t>ドリルアーム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0" dirty="0">
                <a:solidFill>
                  <a:srgbClr val="333333"/>
                </a:solidFill>
                <a:latin typeface="メイリオ"/>
                <a:ea typeface="メイリオ"/>
              </a:rPr>
              <a:t>押し出す</a:t>
            </a:r>
          </a:p>
        </p:txBody>
      </p:sp>
      <p:sp>
        <p:nvSpPr>
          <p:cNvPr id="1010" name="arm 1010"/>
          <p:cNvSpPr/>
          <p:nvPr/>
        </p:nvSpPr>
        <p:spPr>
          <a:xfrm>
            <a:off x="4569637" y="5666208"/>
            <a:ext cx="1000000" cy="4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20000" tIns="20000" rIns="2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000" b="1" dirty="0">
                <a:solidFill>
                  <a:srgbClr val="000000"/>
                </a:solidFill>
                <a:latin typeface="メイリオ"/>
                <a:ea typeface="メイリオ"/>
              </a:rPr>
              <a:t>磁石アーム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0" dirty="0">
                <a:solidFill>
                  <a:srgbClr val="333333"/>
                </a:solidFill>
                <a:latin typeface="メイリオ"/>
                <a:ea typeface="メイリオ"/>
              </a:rPr>
              <a:t>引き寄せ・反発</a:t>
            </a:r>
          </a:p>
        </p:txBody>
      </p:sp>
      <p:sp>
        <p:nvSpPr>
          <p:cNvPr id="1011" name="arm 1011"/>
          <p:cNvSpPr/>
          <p:nvPr/>
        </p:nvSpPr>
        <p:spPr>
          <a:xfrm>
            <a:off x="5649637" y="5666208"/>
            <a:ext cx="1000000" cy="420000"/>
          </a:xfrm>
          <a:prstGeom prst="roundRect">
            <a:avLst>
              <a:gd name="adj" fmla="val 12000"/>
            </a:avLst>
          </a:prstGeom>
          <a:solidFill>
            <a:srgbClr val="FF0000"/>
          </a:solidFill>
          <a:ln w="12700">
            <a:solidFill>
              <a:srgbClr val="7F7F7F"/>
            </a:solidFill>
          </a:ln>
        </p:spPr>
        <p:txBody>
          <a:bodyPr wrap="square" lIns="20000" tIns="20000" rIns="2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000" b="1" dirty="0">
                <a:solidFill>
                  <a:srgbClr val="000000"/>
                </a:solidFill>
                <a:latin typeface="メイリオ"/>
                <a:ea typeface="メイリオ"/>
              </a:rPr>
              <a:t>カニのハサミ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900" b="0" dirty="0">
                <a:solidFill>
                  <a:srgbClr val="333333"/>
                </a:solidFill>
                <a:latin typeface="メイリオ"/>
                <a:ea typeface="メイリオ"/>
              </a:rPr>
              <a:t>腕を封じる</a:t>
            </a:r>
          </a:p>
        </p:txBody>
      </p:sp>
      <p:sp>
        <p:nvSpPr>
          <p:cNvPr id="1012" name="sky 1012"/>
          <p:cNvSpPr/>
          <p:nvPr/>
        </p:nvSpPr>
        <p:spPr>
          <a:xfrm>
            <a:off x="422978" y="6233758"/>
            <a:ext cx="2409000" cy="13530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14" name="cloud 1014"/>
          <p:cNvSpPr/>
          <p:nvPr/>
        </p:nvSpPr>
        <p:spPr>
          <a:xfrm>
            <a:off x="2072978" y="6550558"/>
            <a:ext cx="316800" cy="7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15" name="stage side 1015"/>
          <p:cNvSpPr/>
          <p:nvPr/>
        </p:nvSpPr>
        <p:spPr>
          <a:xfrm>
            <a:off x="686978" y="6854158"/>
            <a:ext cx="1881000" cy="56760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16" name="stage top 1016"/>
          <p:cNvSpPr/>
          <p:nvPr/>
        </p:nvSpPr>
        <p:spPr>
          <a:xfrm>
            <a:off x="686978" y="6748558"/>
            <a:ext cx="1881000" cy="580800"/>
          </a:xfrm>
          <a:prstGeom prst="ellipse">
            <a:avLst/>
          </a:prstGeom>
          <a:solidFill>
            <a:srgbClr val="A7AEB8"/>
          </a:solidFill>
          <a:ln w="12573">
            <a:solidFill>
              <a:srgbClr val="6B728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17" name="ring 1017"/>
          <p:cNvSpPr/>
          <p:nvPr/>
        </p:nvSpPr>
        <p:spPr>
          <a:xfrm>
            <a:off x="983978" y="6893758"/>
            <a:ext cx="1287000" cy="290400"/>
          </a:xfrm>
          <a:prstGeom prst="ellipse">
            <a:avLst/>
          </a:prstGeom>
          <a:noFill/>
          <a:ln w="8382">
            <a:solidFill>
              <a:srgbClr val="FFE600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18" name="crack 1018"/>
          <p:cNvSpPr/>
          <p:nvPr/>
        </p:nvSpPr>
        <p:spPr>
          <a:xfrm>
            <a:off x="2290778" y="7078558"/>
            <a:ext cx="198000" cy="66000"/>
          </a:xfrm>
          <a:prstGeom prst="ellipse">
            <a:avLst/>
          </a:prstGeom>
          <a:solidFill>
            <a:srgbClr val="DCEEFF"/>
          </a:solidFill>
          <a:ln w="8382">
            <a:solidFill>
              <a:srgbClr val="4B5563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3000" name="hole 3000"/>
          <p:cNvSpPr/>
          <p:nvPr/>
        </p:nvSpPr>
        <p:spPr>
          <a:xfrm>
            <a:off x="1204056" y="6814471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1" name="hole 3001"/>
          <p:cNvSpPr/>
          <p:nvPr/>
        </p:nvSpPr>
        <p:spPr>
          <a:xfrm>
            <a:off x="1392651" y="6814471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2" name="hole 3002"/>
          <p:cNvSpPr/>
          <p:nvPr/>
        </p:nvSpPr>
        <p:spPr>
          <a:xfrm>
            <a:off x="1581246" y="6814471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3" name="hole 3003"/>
          <p:cNvSpPr/>
          <p:nvPr/>
        </p:nvSpPr>
        <p:spPr>
          <a:xfrm>
            <a:off x="1769841" y="6814471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4" name="hole 3004"/>
          <p:cNvSpPr/>
          <p:nvPr/>
        </p:nvSpPr>
        <p:spPr>
          <a:xfrm>
            <a:off x="1958436" y="6814471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5" name="hole 3005"/>
          <p:cNvSpPr/>
          <p:nvPr/>
        </p:nvSpPr>
        <p:spPr>
          <a:xfrm>
            <a:off x="921162" y="6899338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6" name="hole 3006"/>
          <p:cNvSpPr/>
          <p:nvPr/>
        </p:nvSpPr>
        <p:spPr>
          <a:xfrm>
            <a:off x="1109757" y="6899338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7" name="hole 3007"/>
          <p:cNvSpPr/>
          <p:nvPr/>
        </p:nvSpPr>
        <p:spPr>
          <a:xfrm>
            <a:off x="1298352" y="6899338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8" name="hole 3008"/>
          <p:cNvSpPr/>
          <p:nvPr/>
        </p:nvSpPr>
        <p:spPr>
          <a:xfrm>
            <a:off x="1864137" y="6899338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09" name="hole 3009"/>
          <p:cNvSpPr/>
          <p:nvPr/>
        </p:nvSpPr>
        <p:spPr>
          <a:xfrm>
            <a:off x="2052732" y="6899338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0" name="hole 3010"/>
          <p:cNvSpPr/>
          <p:nvPr/>
        </p:nvSpPr>
        <p:spPr>
          <a:xfrm>
            <a:off x="2241327" y="6899338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1" name="hole 3011"/>
          <p:cNvSpPr/>
          <p:nvPr/>
        </p:nvSpPr>
        <p:spPr>
          <a:xfrm>
            <a:off x="826866" y="6984206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2" name="hole 3012"/>
          <p:cNvSpPr/>
          <p:nvPr/>
        </p:nvSpPr>
        <p:spPr>
          <a:xfrm>
            <a:off x="1015461" y="6984206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3" name="hole 3013"/>
          <p:cNvSpPr/>
          <p:nvPr/>
        </p:nvSpPr>
        <p:spPr>
          <a:xfrm>
            <a:off x="1392651" y="6984206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4" name="hole 3014"/>
          <p:cNvSpPr/>
          <p:nvPr/>
        </p:nvSpPr>
        <p:spPr>
          <a:xfrm>
            <a:off x="1769841" y="6984206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5" name="hole 3015"/>
          <p:cNvSpPr/>
          <p:nvPr/>
        </p:nvSpPr>
        <p:spPr>
          <a:xfrm>
            <a:off x="1958436" y="6984206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6" name="hole 3016"/>
          <p:cNvSpPr/>
          <p:nvPr/>
        </p:nvSpPr>
        <p:spPr>
          <a:xfrm>
            <a:off x="2147031" y="6984206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7" name="hole 3017"/>
          <p:cNvSpPr/>
          <p:nvPr/>
        </p:nvSpPr>
        <p:spPr>
          <a:xfrm>
            <a:off x="921162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8" name="hole 3018"/>
          <p:cNvSpPr/>
          <p:nvPr/>
        </p:nvSpPr>
        <p:spPr>
          <a:xfrm>
            <a:off x="1109757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19" name="hole 3019"/>
          <p:cNvSpPr/>
          <p:nvPr/>
        </p:nvSpPr>
        <p:spPr>
          <a:xfrm>
            <a:off x="1486947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0" name="hole 3020"/>
          <p:cNvSpPr/>
          <p:nvPr/>
        </p:nvSpPr>
        <p:spPr>
          <a:xfrm>
            <a:off x="1675542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1" name="hole 3021"/>
          <p:cNvSpPr/>
          <p:nvPr/>
        </p:nvSpPr>
        <p:spPr>
          <a:xfrm>
            <a:off x="1864137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2" name="hole 3022"/>
          <p:cNvSpPr/>
          <p:nvPr/>
        </p:nvSpPr>
        <p:spPr>
          <a:xfrm>
            <a:off x="2052732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3" name="hole 3023"/>
          <p:cNvSpPr/>
          <p:nvPr/>
        </p:nvSpPr>
        <p:spPr>
          <a:xfrm>
            <a:off x="2241327" y="7069074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4" name="hole 3024"/>
          <p:cNvSpPr/>
          <p:nvPr/>
        </p:nvSpPr>
        <p:spPr>
          <a:xfrm>
            <a:off x="1015461" y="7153942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5" name="hole 3025"/>
          <p:cNvSpPr/>
          <p:nvPr/>
        </p:nvSpPr>
        <p:spPr>
          <a:xfrm>
            <a:off x="1392651" y="7153942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6" name="hole 3026"/>
          <p:cNvSpPr/>
          <p:nvPr/>
        </p:nvSpPr>
        <p:spPr>
          <a:xfrm>
            <a:off x="1581246" y="7153942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7" name="hole 3027"/>
          <p:cNvSpPr/>
          <p:nvPr/>
        </p:nvSpPr>
        <p:spPr>
          <a:xfrm>
            <a:off x="1769841" y="7153942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8" name="hole 3028"/>
          <p:cNvSpPr/>
          <p:nvPr/>
        </p:nvSpPr>
        <p:spPr>
          <a:xfrm>
            <a:off x="1958436" y="7153942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29" name="hole 3029"/>
          <p:cNvSpPr/>
          <p:nvPr/>
        </p:nvSpPr>
        <p:spPr>
          <a:xfrm>
            <a:off x="1109757" y="7238810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0" name="hole 3030"/>
          <p:cNvSpPr/>
          <p:nvPr/>
        </p:nvSpPr>
        <p:spPr>
          <a:xfrm>
            <a:off x="1486947" y="7238810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1" name="hole 3031"/>
          <p:cNvSpPr/>
          <p:nvPr/>
        </p:nvSpPr>
        <p:spPr>
          <a:xfrm>
            <a:off x="2052732" y="7238810"/>
            <a:ext cx="88011" cy="31433"/>
          </a:xfrm>
          <a:prstGeom prst="ellipse">
            <a:avLst/>
          </a:prstGeom>
          <a:solidFill>
            <a:srgbClr val="7A8594"/>
          </a:solidFill>
          <a:ln w="6350">
            <a:solidFill>
              <a:srgbClr val="4B55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2" name="rise base 3032"/>
          <p:cNvSpPr/>
          <p:nvPr/>
        </p:nvSpPr>
        <p:spPr>
          <a:xfrm>
            <a:off x="1210341" y="7197947"/>
            <a:ext cx="144590" cy="56579"/>
          </a:xfrm>
          <a:prstGeom prst="ellipse">
            <a:avLst/>
          </a:prstGeom>
          <a:solidFill>
            <a:srgbClr val="6B6B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3" name="rise body 3033"/>
          <p:cNvSpPr/>
          <p:nvPr/>
        </p:nvSpPr>
        <p:spPr>
          <a:xfrm>
            <a:off x="1235487" y="7144512"/>
            <a:ext cx="94298" cy="81724"/>
          </a:xfrm>
          <a:prstGeom prst="rect">
            <a:avLst/>
          </a:prstGeom>
          <a:solidFill>
            <a:srgbClr val="F4A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4" name="rise cap 3034"/>
          <p:cNvSpPr/>
          <p:nvPr/>
        </p:nvSpPr>
        <p:spPr>
          <a:xfrm>
            <a:off x="1210341" y="7116223"/>
            <a:ext cx="144590" cy="56579"/>
          </a:xfrm>
          <a:prstGeom prst="ellipse">
            <a:avLst/>
          </a:prstGeom>
          <a:solidFill>
            <a:srgbClr val="A86B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5" name="rise arrow 3035"/>
          <p:cNvSpPr/>
          <p:nvPr/>
        </p:nvSpPr>
        <p:spPr>
          <a:xfrm>
            <a:off x="1364361" y="7094220"/>
            <a:ext cx="50292" cy="75438"/>
          </a:xfrm>
          <a:prstGeom prst="upArrow">
            <a:avLst/>
          </a:prstGeom>
          <a:solidFill>
            <a:srgbClr val="FF0000"/>
          </a:solidFill>
          <a:ln w="6350">
            <a:solidFill>
              <a:srgbClr val="7F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6" name="rise base 3036"/>
          <p:cNvSpPr/>
          <p:nvPr/>
        </p:nvSpPr>
        <p:spPr>
          <a:xfrm>
            <a:off x="1625250" y="7267099"/>
            <a:ext cx="144590" cy="56579"/>
          </a:xfrm>
          <a:prstGeom prst="ellipse">
            <a:avLst/>
          </a:prstGeom>
          <a:solidFill>
            <a:srgbClr val="6B6B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7" name="rise body 3037"/>
          <p:cNvSpPr/>
          <p:nvPr/>
        </p:nvSpPr>
        <p:spPr>
          <a:xfrm>
            <a:off x="1650396" y="7226236"/>
            <a:ext cx="94298" cy="69152"/>
          </a:xfrm>
          <a:prstGeom prst="rect">
            <a:avLst/>
          </a:prstGeom>
          <a:solidFill>
            <a:srgbClr val="F4A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8" name="rise cap 3038"/>
          <p:cNvSpPr/>
          <p:nvPr/>
        </p:nvSpPr>
        <p:spPr>
          <a:xfrm>
            <a:off x="1625250" y="7197947"/>
            <a:ext cx="144590" cy="56579"/>
          </a:xfrm>
          <a:prstGeom prst="ellipse">
            <a:avLst/>
          </a:prstGeom>
          <a:solidFill>
            <a:srgbClr val="A86B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39" name="rise arrow 3039"/>
          <p:cNvSpPr/>
          <p:nvPr/>
        </p:nvSpPr>
        <p:spPr>
          <a:xfrm>
            <a:off x="1779270" y="7175944"/>
            <a:ext cx="50292" cy="75438"/>
          </a:xfrm>
          <a:prstGeom prst="upArrow">
            <a:avLst/>
          </a:prstGeom>
          <a:solidFill>
            <a:srgbClr val="FF0000"/>
          </a:solidFill>
          <a:ln w="6350">
            <a:solidFill>
              <a:srgbClr val="7F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0" name="rise base 3040"/>
          <p:cNvSpPr/>
          <p:nvPr/>
        </p:nvSpPr>
        <p:spPr>
          <a:xfrm>
            <a:off x="2253900" y="6952774"/>
            <a:ext cx="144590" cy="56579"/>
          </a:xfrm>
          <a:prstGeom prst="ellipse">
            <a:avLst/>
          </a:prstGeom>
          <a:solidFill>
            <a:srgbClr val="6B6B6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1" name="rise body 3041"/>
          <p:cNvSpPr/>
          <p:nvPr/>
        </p:nvSpPr>
        <p:spPr>
          <a:xfrm>
            <a:off x="2279046" y="6779895"/>
            <a:ext cx="94298" cy="201168"/>
          </a:xfrm>
          <a:prstGeom prst="rect">
            <a:avLst/>
          </a:prstGeom>
          <a:solidFill>
            <a:srgbClr val="E030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2" name="rise cap 3042"/>
          <p:cNvSpPr/>
          <p:nvPr/>
        </p:nvSpPr>
        <p:spPr>
          <a:xfrm>
            <a:off x="2253900" y="6751606"/>
            <a:ext cx="144590" cy="56579"/>
          </a:xfrm>
          <a:prstGeom prst="ellipse">
            <a:avLst/>
          </a:prstGeom>
          <a:solidFill>
            <a:srgbClr val="8E1A1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3" name="rise arrow 3043"/>
          <p:cNvSpPr/>
          <p:nvPr/>
        </p:nvSpPr>
        <p:spPr>
          <a:xfrm>
            <a:off x="2407920" y="6729603"/>
            <a:ext cx="50292" cy="75438"/>
          </a:xfrm>
          <a:prstGeom prst="upArrow">
            <a:avLst/>
          </a:prstGeom>
          <a:solidFill>
            <a:srgbClr val="FF0000"/>
          </a:solidFill>
          <a:ln w="6350">
            <a:solidFill>
              <a:srgbClr val="7F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1022" name="pillar 1022"/>
          <p:cNvSpPr/>
          <p:nvPr/>
        </p:nvSpPr>
        <p:spPr>
          <a:xfrm>
            <a:off x="1577978" y="6708958"/>
            <a:ext cx="92400" cy="2508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23" name="pillar cap 1023"/>
          <p:cNvSpPr/>
          <p:nvPr/>
        </p:nvSpPr>
        <p:spPr>
          <a:xfrm>
            <a:off x="1551578" y="6675958"/>
            <a:ext cx="145200" cy="5940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24" name="pillar base 1024"/>
          <p:cNvSpPr/>
          <p:nvPr/>
        </p:nvSpPr>
        <p:spPr>
          <a:xfrm>
            <a:off x="1551578" y="6920158"/>
            <a:ext cx="145200" cy="59400"/>
          </a:xfrm>
          <a:prstGeom prst="ellipse">
            <a:avLst/>
          </a:prstGeom>
          <a:solidFill>
            <a:srgbClr val="6B6B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25" name="capsule 1025"/>
          <p:cNvSpPr/>
          <p:nvPr/>
        </p:nvSpPr>
        <p:spPr>
          <a:xfrm>
            <a:off x="1201778" y="6972958"/>
            <a:ext cx="72600" cy="72600"/>
          </a:xfrm>
          <a:prstGeom prst="ellipse">
            <a:avLst/>
          </a:prstGeom>
          <a:solidFill>
            <a:srgbClr val="FFE600"/>
          </a:solidFill>
          <a:ln w="6350">
            <a:solidFill>
              <a:srgbClr val="7F600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26" name="capsule 1026"/>
          <p:cNvSpPr/>
          <p:nvPr/>
        </p:nvSpPr>
        <p:spPr>
          <a:xfrm>
            <a:off x="2152178" y="7052158"/>
            <a:ext cx="72600" cy="72600"/>
          </a:xfrm>
          <a:prstGeom prst="ellipse">
            <a:avLst/>
          </a:prstGeom>
          <a:solidFill>
            <a:srgbClr val="FFE600"/>
          </a:solidFill>
          <a:ln w="6350">
            <a:solidFill>
              <a:srgbClr val="7F600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3044" name="capsule 3044"/>
          <p:cNvSpPr/>
          <p:nvPr/>
        </p:nvSpPr>
        <p:spPr>
          <a:xfrm>
            <a:off x="1446086" y="6836474"/>
            <a:ext cx="75438" cy="75438"/>
          </a:xfrm>
          <a:prstGeom prst="ellipse">
            <a:avLst/>
          </a:prstGeom>
          <a:solidFill>
            <a:srgbClr val="F31D25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5" name="capsule 3045"/>
          <p:cNvSpPr/>
          <p:nvPr/>
        </p:nvSpPr>
        <p:spPr>
          <a:xfrm>
            <a:off x="1364361" y="7081647"/>
            <a:ext cx="75438" cy="75438"/>
          </a:xfrm>
          <a:prstGeom prst="ellipse">
            <a:avLst/>
          </a:prstGeom>
          <a:solidFill>
            <a:srgbClr val="6BAA3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6" name="capsule 3046"/>
          <p:cNvSpPr/>
          <p:nvPr/>
        </p:nvSpPr>
        <p:spPr>
          <a:xfrm>
            <a:off x="1810702" y="7182231"/>
            <a:ext cx="75438" cy="75438"/>
          </a:xfrm>
          <a:prstGeom prst="ellipse">
            <a:avLst/>
          </a:prstGeom>
          <a:solidFill>
            <a:srgbClr val="F31D25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7" name="capsule 3047"/>
          <p:cNvSpPr/>
          <p:nvPr/>
        </p:nvSpPr>
        <p:spPr>
          <a:xfrm>
            <a:off x="2137600" y="7169658"/>
            <a:ext cx="75438" cy="75438"/>
          </a:xfrm>
          <a:prstGeom prst="ellipse">
            <a:avLst/>
          </a:prstGeom>
          <a:solidFill>
            <a:srgbClr val="6BAA3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3048" name="capsule 3048"/>
          <p:cNvSpPr/>
          <p:nvPr/>
        </p:nvSpPr>
        <p:spPr>
          <a:xfrm>
            <a:off x="2401634" y="6924484"/>
            <a:ext cx="75438" cy="75438"/>
          </a:xfrm>
          <a:prstGeom prst="ellipse">
            <a:avLst/>
          </a:prstGeom>
          <a:solidFill>
            <a:srgbClr val="FFE600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ja-JP" sz="550"/>
          </a:p>
        </p:txBody>
      </p:sp>
      <p:sp>
        <p:nvSpPr>
          <p:cNvPr id="1027" name="shadow 1027"/>
          <p:cNvSpPr/>
          <p:nvPr/>
        </p:nvSpPr>
        <p:spPr>
          <a:xfrm>
            <a:off x="2066378" y="6979558"/>
            <a:ext cx="145200" cy="42240"/>
          </a:xfrm>
          <a:prstGeom prst="ellipse">
            <a:avLst/>
          </a:prstGeom>
          <a:solidFill>
            <a:srgbClr val="7B849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28" name="antenna 1028"/>
          <p:cNvSpPr/>
          <p:nvPr/>
        </p:nvSpPr>
        <p:spPr>
          <a:xfrm>
            <a:off x="2136338" y="6745918"/>
            <a:ext cx="5280" cy="31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29" name="antenna ball 1029"/>
          <p:cNvSpPr/>
          <p:nvPr/>
        </p:nvSpPr>
        <p:spPr>
          <a:xfrm>
            <a:off x="2128418" y="6735358"/>
            <a:ext cx="21120" cy="21120"/>
          </a:xfrm>
          <a:prstGeom prst="ellipse">
            <a:avLst/>
          </a:prstGeom>
          <a:solidFill>
            <a:srgbClr val="8B5CF6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0" name="body 1030"/>
          <p:cNvSpPr/>
          <p:nvPr/>
        </p:nvSpPr>
        <p:spPr>
          <a:xfrm>
            <a:off x="2079578" y="6873958"/>
            <a:ext cx="118800" cy="112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1" name="chest 1031"/>
          <p:cNvSpPr/>
          <p:nvPr/>
        </p:nvSpPr>
        <p:spPr>
          <a:xfrm>
            <a:off x="2112578" y="6900358"/>
            <a:ext cx="52800" cy="3696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2" name="joint 1032"/>
          <p:cNvSpPr/>
          <p:nvPr/>
        </p:nvSpPr>
        <p:spPr>
          <a:xfrm>
            <a:off x="2059778" y="6880558"/>
            <a:ext cx="31680" cy="31680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3" name="joint 1033"/>
          <p:cNvSpPr/>
          <p:nvPr/>
        </p:nvSpPr>
        <p:spPr>
          <a:xfrm>
            <a:off x="2186498" y="6880558"/>
            <a:ext cx="31680" cy="31680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4" name="head 1034"/>
          <p:cNvSpPr/>
          <p:nvPr/>
        </p:nvSpPr>
        <p:spPr>
          <a:xfrm>
            <a:off x="2088818" y="6774958"/>
            <a:ext cx="100320" cy="89760"/>
          </a:xfrm>
          <a:prstGeom prst="roundRect">
            <a:avLst>
              <a:gd name="adj" fmla="val 20000"/>
            </a:avLst>
          </a:prstGeom>
          <a:solidFill>
            <a:srgbClr val="C9CED6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5" name="visor 1035"/>
          <p:cNvSpPr/>
          <p:nvPr/>
        </p:nvSpPr>
        <p:spPr>
          <a:xfrm>
            <a:off x="2099378" y="6797398"/>
            <a:ext cx="79200" cy="34320"/>
          </a:xfrm>
          <a:prstGeom prst="roundRect">
            <a:avLst>
              <a:gd name="adj" fmla="val 40000"/>
            </a:avLst>
          </a:prstGeom>
          <a:solidFill>
            <a:srgbClr val="22222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6" name="eye light 1036"/>
          <p:cNvSpPr/>
          <p:nvPr/>
        </p:nvSpPr>
        <p:spPr>
          <a:xfrm>
            <a:off x="2109938" y="6806638"/>
            <a:ext cx="21120" cy="1584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7" name="eye light 1037"/>
          <p:cNvSpPr/>
          <p:nvPr/>
        </p:nvSpPr>
        <p:spPr>
          <a:xfrm>
            <a:off x="2146898" y="6806638"/>
            <a:ext cx="21120" cy="1584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8" name="mecha fist 1038"/>
          <p:cNvSpPr/>
          <p:nvPr/>
        </p:nvSpPr>
        <p:spPr>
          <a:xfrm>
            <a:off x="1980578" y="6893758"/>
            <a:ext cx="79200" cy="66000"/>
          </a:xfrm>
          <a:prstGeom prst="roundRect">
            <a:avLst>
              <a:gd name="adj" fmla="val 30000"/>
            </a:avLst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39" name="shadow 1039"/>
          <p:cNvSpPr/>
          <p:nvPr/>
        </p:nvSpPr>
        <p:spPr>
          <a:xfrm>
            <a:off x="1767398" y="7067338"/>
            <a:ext cx="188760" cy="54912"/>
          </a:xfrm>
          <a:prstGeom prst="ellipse">
            <a:avLst/>
          </a:prstGeom>
          <a:solidFill>
            <a:srgbClr val="7B849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0" name="antenna 1040"/>
          <p:cNvSpPr/>
          <p:nvPr/>
        </p:nvSpPr>
        <p:spPr>
          <a:xfrm>
            <a:off x="1858346" y="6763606"/>
            <a:ext cx="6864" cy="41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1" name="antenna ball 1041"/>
          <p:cNvSpPr/>
          <p:nvPr/>
        </p:nvSpPr>
        <p:spPr>
          <a:xfrm>
            <a:off x="1848050" y="6749878"/>
            <a:ext cx="27456" cy="27456"/>
          </a:xfrm>
          <a:prstGeom prst="ellipse">
            <a:avLst/>
          </a:prstGeom>
          <a:solidFill>
            <a:srgbClr val="2FAA4A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2" name="body 1042"/>
          <p:cNvSpPr/>
          <p:nvPr/>
        </p:nvSpPr>
        <p:spPr>
          <a:xfrm>
            <a:off x="1784558" y="6930058"/>
            <a:ext cx="154440" cy="145859"/>
          </a:xfrm>
          <a:prstGeom prst="roundRect">
            <a:avLst>
              <a:gd name="adj" fmla="val 12000"/>
            </a:avLst>
          </a:prstGeom>
          <a:solidFill>
            <a:srgbClr val="2FAA4A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3" name="chest 1043"/>
          <p:cNvSpPr/>
          <p:nvPr/>
        </p:nvSpPr>
        <p:spPr>
          <a:xfrm>
            <a:off x="1827458" y="6964378"/>
            <a:ext cx="68640" cy="48048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4" name="joint 1044"/>
          <p:cNvSpPr/>
          <p:nvPr/>
        </p:nvSpPr>
        <p:spPr>
          <a:xfrm>
            <a:off x="1758818" y="6938638"/>
            <a:ext cx="41184" cy="41184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5" name="joint 1045"/>
          <p:cNvSpPr/>
          <p:nvPr/>
        </p:nvSpPr>
        <p:spPr>
          <a:xfrm>
            <a:off x="1923554" y="6938638"/>
            <a:ext cx="41184" cy="41184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6" name="head 1046"/>
          <p:cNvSpPr/>
          <p:nvPr/>
        </p:nvSpPr>
        <p:spPr>
          <a:xfrm>
            <a:off x="1796570" y="6801358"/>
            <a:ext cx="130416" cy="116688"/>
          </a:xfrm>
          <a:prstGeom prst="roundRect">
            <a:avLst>
              <a:gd name="adj" fmla="val 20000"/>
            </a:avLst>
          </a:prstGeom>
          <a:solidFill>
            <a:srgbClr val="C9CED6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7" name="visor 1047"/>
          <p:cNvSpPr/>
          <p:nvPr/>
        </p:nvSpPr>
        <p:spPr>
          <a:xfrm>
            <a:off x="1810298" y="6830530"/>
            <a:ext cx="102960" cy="44616"/>
          </a:xfrm>
          <a:prstGeom prst="roundRect">
            <a:avLst>
              <a:gd name="adj" fmla="val 40000"/>
            </a:avLst>
          </a:prstGeom>
          <a:solidFill>
            <a:srgbClr val="22222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8" name="eye light 1048"/>
          <p:cNvSpPr/>
          <p:nvPr/>
        </p:nvSpPr>
        <p:spPr>
          <a:xfrm>
            <a:off x="1824026" y="6842542"/>
            <a:ext cx="27456" cy="20592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49" name="eye light 1049"/>
          <p:cNvSpPr/>
          <p:nvPr/>
        </p:nvSpPr>
        <p:spPr>
          <a:xfrm>
            <a:off x="1872074" y="6842542"/>
            <a:ext cx="27456" cy="20592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cxnSp>
        <p:nvCxnSpPr>
          <p:cNvPr id="1050" name="line 1050"/>
          <p:cNvCxnSpPr/>
          <p:nvPr/>
        </p:nvCxnSpPr>
        <p:spPr>
          <a:xfrm flipH="1">
            <a:off x="1690178" y="6603358"/>
            <a:ext cx="858000" cy="79200"/>
          </a:xfrm>
          <a:prstGeom prst="line">
            <a:avLst/>
          </a:prstGeom>
          <a:ln w="25146" cap="rnd">
            <a:solidFill>
              <a:srgbClr val="1D4ED8"/>
            </a:solidFill>
            <a:prstDash val="sysDash"/>
            <a:round/>
          </a:ln>
        </p:spPr>
      </p:cxnSp>
      <p:sp>
        <p:nvSpPr>
          <p:cNvPr id="1051" name="shadow 1051"/>
          <p:cNvSpPr/>
          <p:nvPr/>
        </p:nvSpPr>
        <p:spPr>
          <a:xfrm>
            <a:off x="2514518" y="6696418"/>
            <a:ext cx="159720" cy="46464"/>
          </a:xfrm>
          <a:prstGeom prst="ellipse">
            <a:avLst/>
          </a:prstGeom>
          <a:solidFill>
            <a:srgbClr val="7B849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2" name="antenna 1052"/>
          <p:cNvSpPr/>
          <p:nvPr/>
        </p:nvSpPr>
        <p:spPr>
          <a:xfrm>
            <a:off x="2591474" y="6439414"/>
            <a:ext cx="5808" cy="3484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3" name="antenna ball 1053"/>
          <p:cNvSpPr/>
          <p:nvPr/>
        </p:nvSpPr>
        <p:spPr>
          <a:xfrm>
            <a:off x="2582762" y="6427798"/>
            <a:ext cx="23232" cy="23232"/>
          </a:xfrm>
          <a:prstGeom prst="ellipse">
            <a:avLst/>
          </a:prstGeom>
          <a:solidFill>
            <a:srgbClr val="3B82F6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4" name="body 1054"/>
          <p:cNvSpPr/>
          <p:nvPr/>
        </p:nvSpPr>
        <p:spPr>
          <a:xfrm>
            <a:off x="2529038" y="6580258"/>
            <a:ext cx="130680" cy="12342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5" name="chest 1055"/>
          <p:cNvSpPr/>
          <p:nvPr/>
        </p:nvSpPr>
        <p:spPr>
          <a:xfrm>
            <a:off x="2565338" y="6609298"/>
            <a:ext cx="58080" cy="40656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6" name="joint 1056"/>
          <p:cNvSpPr/>
          <p:nvPr/>
        </p:nvSpPr>
        <p:spPr>
          <a:xfrm>
            <a:off x="2507258" y="6587518"/>
            <a:ext cx="34847" cy="34847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7" name="joint 1057"/>
          <p:cNvSpPr/>
          <p:nvPr/>
        </p:nvSpPr>
        <p:spPr>
          <a:xfrm>
            <a:off x="2646650" y="6587518"/>
            <a:ext cx="34847" cy="34847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8" name="head 1058"/>
          <p:cNvSpPr/>
          <p:nvPr/>
        </p:nvSpPr>
        <p:spPr>
          <a:xfrm>
            <a:off x="2539202" y="6471358"/>
            <a:ext cx="110352" cy="98736"/>
          </a:xfrm>
          <a:prstGeom prst="roundRect">
            <a:avLst>
              <a:gd name="adj" fmla="val 20000"/>
            </a:avLst>
          </a:prstGeom>
          <a:solidFill>
            <a:srgbClr val="C9CED6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59" name="visor 1059"/>
          <p:cNvSpPr/>
          <p:nvPr/>
        </p:nvSpPr>
        <p:spPr>
          <a:xfrm>
            <a:off x="2550818" y="6496042"/>
            <a:ext cx="87120" cy="37752"/>
          </a:xfrm>
          <a:prstGeom prst="roundRect">
            <a:avLst>
              <a:gd name="adj" fmla="val 40000"/>
            </a:avLst>
          </a:prstGeom>
          <a:solidFill>
            <a:srgbClr val="22222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0" name="eye light 1060"/>
          <p:cNvSpPr/>
          <p:nvPr/>
        </p:nvSpPr>
        <p:spPr>
          <a:xfrm>
            <a:off x="2562434" y="6506206"/>
            <a:ext cx="23232" cy="17423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1" name="eye light 1061"/>
          <p:cNvSpPr/>
          <p:nvPr/>
        </p:nvSpPr>
        <p:spPr>
          <a:xfrm>
            <a:off x="2603090" y="6506206"/>
            <a:ext cx="23232" cy="17423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cxnSp>
        <p:nvCxnSpPr>
          <p:cNvPr id="1062" name="line 1062"/>
          <p:cNvCxnSpPr/>
          <p:nvPr/>
        </p:nvCxnSpPr>
        <p:spPr>
          <a:xfrm flipV="1">
            <a:off x="2706578" y="6471358"/>
            <a:ext cx="79200" cy="26400"/>
          </a:xfrm>
          <a:prstGeom prst="line">
            <a:avLst/>
          </a:prstGeom>
          <a:ln w="12573" cap="rnd">
            <a:solidFill>
              <a:srgbClr val="1D4ED8"/>
            </a:solidFill>
            <a:round/>
          </a:ln>
        </p:spPr>
      </p:cxnSp>
      <p:cxnSp>
        <p:nvCxnSpPr>
          <p:cNvPr id="1063" name="line 1063"/>
          <p:cNvCxnSpPr/>
          <p:nvPr/>
        </p:nvCxnSpPr>
        <p:spPr>
          <a:xfrm flipV="1">
            <a:off x="2706578" y="6550558"/>
            <a:ext cx="92400" cy="13200"/>
          </a:xfrm>
          <a:prstGeom prst="line">
            <a:avLst/>
          </a:prstGeom>
          <a:ln w="12573" cap="rnd">
            <a:solidFill>
              <a:srgbClr val="1D4ED8"/>
            </a:solidFill>
            <a:round/>
          </a:ln>
        </p:spPr>
      </p:cxnSp>
      <p:sp>
        <p:nvSpPr>
          <p:cNvPr id="1064" name="shadow 1064"/>
          <p:cNvSpPr/>
          <p:nvPr/>
        </p:nvSpPr>
        <p:spPr>
          <a:xfrm>
            <a:off x="817658" y="7330678"/>
            <a:ext cx="319440" cy="92928"/>
          </a:xfrm>
          <a:prstGeom prst="ellipse">
            <a:avLst/>
          </a:prstGeom>
          <a:solidFill>
            <a:srgbClr val="7B849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5" name="antenna 1065"/>
          <p:cNvSpPr/>
          <p:nvPr/>
        </p:nvSpPr>
        <p:spPr>
          <a:xfrm>
            <a:off x="971570" y="6816670"/>
            <a:ext cx="11616" cy="6969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6" name="antenna ball 1066"/>
          <p:cNvSpPr/>
          <p:nvPr/>
        </p:nvSpPr>
        <p:spPr>
          <a:xfrm>
            <a:off x="954146" y="6793438"/>
            <a:ext cx="46464" cy="46464"/>
          </a:xfrm>
          <a:prstGeom prst="ellipse">
            <a:avLst/>
          </a:prstGeom>
          <a:solidFill>
            <a:srgbClr val="F28C28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7" name="body 1067"/>
          <p:cNvSpPr/>
          <p:nvPr/>
        </p:nvSpPr>
        <p:spPr>
          <a:xfrm>
            <a:off x="846698" y="7098358"/>
            <a:ext cx="261360" cy="246840"/>
          </a:xfrm>
          <a:prstGeom prst="roundRect">
            <a:avLst>
              <a:gd name="adj" fmla="val 12000"/>
            </a:avLst>
          </a:prstGeom>
          <a:solidFill>
            <a:srgbClr val="F28C28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8" name="chest 1068"/>
          <p:cNvSpPr/>
          <p:nvPr/>
        </p:nvSpPr>
        <p:spPr>
          <a:xfrm>
            <a:off x="919298" y="7156438"/>
            <a:ext cx="116160" cy="81312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69" name="joint 1069"/>
          <p:cNvSpPr/>
          <p:nvPr/>
        </p:nvSpPr>
        <p:spPr>
          <a:xfrm>
            <a:off x="803138" y="7112878"/>
            <a:ext cx="69695" cy="69695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70" name="joint 1070"/>
          <p:cNvSpPr/>
          <p:nvPr/>
        </p:nvSpPr>
        <p:spPr>
          <a:xfrm>
            <a:off x="1081922" y="7112878"/>
            <a:ext cx="69695" cy="69695"/>
          </a:xfrm>
          <a:prstGeom prst="ellipse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71" name="head 1071"/>
          <p:cNvSpPr/>
          <p:nvPr/>
        </p:nvSpPr>
        <p:spPr>
          <a:xfrm>
            <a:off x="867026" y="6880558"/>
            <a:ext cx="220704" cy="197472"/>
          </a:xfrm>
          <a:prstGeom prst="roundRect">
            <a:avLst>
              <a:gd name="adj" fmla="val 20000"/>
            </a:avLst>
          </a:prstGeom>
          <a:solidFill>
            <a:srgbClr val="C9CED6"/>
          </a:solidFill>
          <a:ln w="8382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72" name="head band 1072"/>
          <p:cNvSpPr/>
          <p:nvPr/>
        </p:nvSpPr>
        <p:spPr>
          <a:xfrm>
            <a:off x="867026" y="6895078"/>
            <a:ext cx="220704" cy="58080"/>
          </a:xfrm>
          <a:prstGeom prst="roundRect">
            <a:avLst>
              <a:gd name="adj" fmla="val 30000"/>
            </a:avLst>
          </a:prstGeom>
          <a:solidFill>
            <a:srgbClr val="F28C28"/>
          </a:solidFill>
          <a:ln w="6350">
            <a:solidFill>
              <a:srgbClr val="404040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73" name="tentacle 1073"/>
          <p:cNvSpPr/>
          <p:nvPr/>
        </p:nvSpPr>
        <p:spPr>
          <a:xfrm>
            <a:off x="1148978" y="6972958"/>
            <a:ext cx="620400" cy="145200"/>
          </a:xfrm>
          <a:custGeom>
            <a:avLst/>
            <a:gdLst/>
            <a:ahLst/>
            <a:cxnLst/>
            <a:rect l="0" t="0" r="r" b="b"/>
            <a:pathLst>
              <a:path w="1000" h="100" fill="none">
                <a:moveTo>
                  <a:pt x="0" y="50"/>
                </a:moveTo>
                <a:cubicBezTo>
                  <a:pt x="120" y="-40"/>
                  <a:pt x="200" y="140"/>
                  <a:pt x="330" y="50"/>
                </a:cubicBezTo>
                <a:cubicBezTo>
                  <a:pt x="450" y="-40"/>
                  <a:pt x="550" y="140"/>
                  <a:pt x="670" y="50"/>
                </a:cubicBezTo>
                <a:cubicBezTo>
                  <a:pt x="780" y="-30"/>
                  <a:pt x="900" y="120"/>
                  <a:pt x="1000" y="50"/>
                </a:cubicBezTo>
              </a:path>
            </a:pathLst>
          </a:custGeom>
          <a:noFill/>
          <a:ln w="50292" cap="rnd">
            <a:solidFill>
              <a:srgbClr val="E8590C"/>
            </a:solidFill>
            <a:round/>
          </a:ln>
        </p:spPr>
        <p:txBody>
          <a:bodyPr/>
          <a:lstStyle/>
          <a:p>
            <a:endParaRPr lang="ja-JP"/>
          </a:p>
        </p:txBody>
      </p:sp>
      <p:sp>
        <p:nvSpPr>
          <p:cNvPr id="1074" name="tip 1074"/>
          <p:cNvSpPr/>
          <p:nvPr/>
        </p:nvSpPr>
        <p:spPr>
          <a:xfrm>
            <a:off x="1742978" y="6933358"/>
            <a:ext cx="59400" cy="5940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ja-JP" sz="550"/>
          </a:p>
        </p:txBody>
      </p:sp>
      <p:sp>
        <p:nvSpPr>
          <p:cNvPr id="1075" name="label 1075"/>
          <p:cNvSpPr/>
          <p:nvPr/>
        </p:nvSpPr>
        <p:spPr>
          <a:xfrm>
            <a:off x="818978" y="6695758"/>
            <a:ext cx="580800" cy="118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33333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000000"/>
                </a:solidFill>
                <a:latin typeface="メイリオ"/>
                <a:ea typeface="メイリオ"/>
              </a:rPr>
              <a:t>つかんで投げる！</a:t>
            </a:r>
          </a:p>
        </p:txBody>
      </p:sp>
      <p:sp>
        <p:nvSpPr>
          <p:cNvPr id="1076" name="label 1076"/>
          <p:cNvSpPr/>
          <p:nvPr/>
        </p:nvSpPr>
        <p:spPr>
          <a:xfrm>
            <a:off x="1882698" y="6501207"/>
            <a:ext cx="501600" cy="118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33333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000000"/>
                </a:solidFill>
                <a:latin typeface="メイリオ"/>
                <a:ea typeface="メイリオ"/>
              </a:rPr>
              <a:t>ゴムで復帰！</a:t>
            </a:r>
          </a:p>
        </p:txBody>
      </p:sp>
      <p:sp>
        <p:nvSpPr>
          <p:cNvPr id="1077" name="out label 1077"/>
          <p:cNvSpPr txBox="1"/>
          <p:nvPr/>
        </p:nvSpPr>
        <p:spPr>
          <a:xfrm>
            <a:off x="950978" y="7461358"/>
            <a:ext cx="1320000" cy="10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595959"/>
                </a:solidFill>
                <a:latin typeface="メイリオ"/>
                <a:ea typeface="メイリオ"/>
              </a:rPr>
              <a:t>↓ 場外に落ちたらアウト</a:t>
            </a:r>
          </a:p>
        </p:txBody>
      </p:sp>
      <p:sp>
        <p:nvSpPr>
          <p:cNvPr id="1078" name="hud 1078"/>
          <p:cNvSpPr/>
          <p:nvPr/>
        </p:nvSpPr>
        <p:spPr>
          <a:xfrm>
            <a:off x="462578" y="6273358"/>
            <a:ext cx="277200" cy="1848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1P</a:t>
            </a:r>
          </a:p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35%</a:t>
            </a:r>
          </a:p>
        </p:txBody>
      </p:sp>
      <p:sp>
        <p:nvSpPr>
          <p:cNvPr id="1079" name="hud 1079"/>
          <p:cNvSpPr/>
          <p:nvPr/>
        </p:nvSpPr>
        <p:spPr>
          <a:xfrm>
            <a:off x="766178" y="6273358"/>
            <a:ext cx="277200" cy="1848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2P</a:t>
            </a:r>
          </a:p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80%</a:t>
            </a:r>
          </a:p>
        </p:txBody>
      </p:sp>
      <p:sp>
        <p:nvSpPr>
          <p:cNvPr id="1080" name="hud 1080"/>
          <p:cNvSpPr/>
          <p:nvPr/>
        </p:nvSpPr>
        <p:spPr>
          <a:xfrm>
            <a:off x="1069778" y="6273358"/>
            <a:ext cx="277200" cy="184800"/>
          </a:xfrm>
          <a:prstGeom prst="roundRect">
            <a:avLst>
              <a:gd name="adj" fmla="val 20000"/>
            </a:avLst>
          </a:prstGeom>
          <a:solidFill>
            <a:srgbClr val="2FA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3P</a:t>
            </a:r>
          </a:p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12%</a:t>
            </a:r>
          </a:p>
        </p:txBody>
      </p:sp>
      <p:sp>
        <p:nvSpPr>
          <p:cNvPr id="1081" name="hud 1081"/>
          <p:cNvSpPr/>
          <p:nvPr/>
        </p:nvSpPr>
        <p:spPr>
          <a:xfrm>
            <a:off x="1373378" y="6273358"/>
            <a:ext cx="277200" cy="1848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4P</a:t>
            </a:r>
          </a:p>
          <a:p>
            <a:pPr algn="ctr">
              <a:buNone/>
            </a:pPr>
            <a:r>
              <a:rPr kumimoji="1" lang="ja-JP" altLang="en-US" sz="550" b="1" dirty="0">
                <a:solidFill>
                  <a:srgbClr val="FFFFFF"/>
                </a:solidFill>
                <a:latin typeface="メイリオ"/>
                <a:ea typeface="メイリオ"/>
              </a:rPr>
              <a:t>50%</a:t>
            </a:r>
          </a:p>
        </p:txBody>
      </p:sp>
      <p:sp>
        <p:nvSpPr>
          <p:cNvPr id="1082" name="timer 1082"/>
          <p:cNvSpPr/>
          <p:nvPr/>
        </p:nvSpPr>
        <p:spPr>
          <a:xfrm>
            <a:off x="2376578" y="6273358"/>
            <a:ext cx="409200" cy="145200"/>
          </a:xfrm>
          <a:prstGeom prst="roundRect">
            <a:avLst>
              <a:gd name="adj" fmla="val 30000"/>
            </a:avLst>
          </a:prstGeom>
          <a:solidFill>
            <a:srgbClr val="3333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650" b="1" dirty="0">
                <a:solidFill>
                  <a:srgbClr val="FFFFFF"/>
                </a:solidFill>
                <a:latin typeface="メイリオ"/>
                <a:ea typeface="メイリオ"/>
              </a:rPr>
              <a:t>0:42</a:t>
            </a:r>
          </a:p>
        </p:txBody>
      </p:sp>
      <p:sp>
        <p:nvSpPr>
          <p:cNvPr id="2002" name="screen caption"/>
          <p:cNvSpPr/>
          <p:nvPr/>
        </p:nvSpPr>
        <p:spPr>
          <a:xfrm>
            <a:off x="3138324" y="6297866"/>
            <a:ext cx="3486150" cy="381000"/>
          </a:xfrm>
          <a:prstGeom prst="wedgeRoundRectCallout">
            <a:avLst>
              <a:gd name="adj1" fmla="val -56000"/>
              <a:gd name="adj2" fmla="val 20000"/>
              <a:gd name="adj3" fmla="val 16667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30000" tIns="20000" rIns="30000" bIns="2000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kumimoji="1" lang="ja-JP" altLang="en-US" sz="1100" b="1" dirty="0">
                <a:solidFill>
                  <a:srgbClr val="000000"/>
                </a:solidFill>
                <a:latin typeface="メイリオ"/>
                <a:ea typeface="メイリオ"/>
              </a:rPr>
              <a:t>つかんで場外へ投げる！</a:t>
            </a:r>
          </a:p>
          <a:p>
            <a:pPr algn="ctr">
              <a:spcAft>
                <a:spcPts val="0"/>
              </a:spcAft>
              <a:buNone/>
            </a:pPr>
            <a:r>
              <a:rPr kumimoji="1" lang="ja-JP" altLang="en-US" sz="1100" b="1" dirty="0">
                <a:solidFill>
                  <a:srgbClr val="FF0000"/>
                </a:solidFill>
                <a:latin typeface="メイリオ"/>
                <a:ea typeface="メイリオ"/>
              </a:rPr>
              <a:t>ゴムで柱をつかんで復帰！</a:t>
            </a:r>
          </a:p>
        </p:txBody>
      </p:sp>
      <p:sp>
        <p:nvSpPr>
          <p:cNvPr id="2021" name="arm illust slot 1"/>
          <p:cNvSpPr/>
          <p:nvPr/>
        </p:nvSpPr>
        <p:spPr>
          <a:xfrm>
            <a:off x="249637" y="4820450"/>
            <a:ext cx="1000000" cy="817108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endParaRPr sz="800" b="1" dirty="0">
              <a:solidFill>
                <a:srgbClr val="A6A6A6"/>
              </a:solidFill>
              <a:latin typeface="メイリオ"/>
              <a:ea typeface="メイリオ"/>
            </a:endParaRPr>
          </a:p>
        </p:txBody>
      </p:sp>
      <p:sp>
        <p:nvSpPr>
          <p:cNvPr id="2022" name="arm illust slot 2"/>
          <p:cNvSpPr/>
          <p:nvPr/>
        </p:nvSpPr>
        <p:spPr>
          <a:xfrm>
            <a:off x="1329637" y="4820450"/>
            <a:ext cx="1000000" cy="817108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endParaRPr sz="800" b="1" dirty="0">
              <a:solidFill>
                <a:srgbClr val="A6A6A6"/>
              </a:solidFill>
              <a:latin typeface="メイリオ"/>
              <a:ea typeface="メイリオ"/>
            </a:endParaRPr>
          </a:p>
        </p:txBody>
      </p:sp>
      <p:sp>
        <p:nvSpPr>
          <p:cNvPr id="2023" name="arm illust slot 3"/>
          <p:cNvSpPr/>
          <p:nvPr/>
        </p:nvSpPr>
        <p:spPr>
          <a:xfrm>
            <a:off x="2409637" y="4820450"/>
            <a:ext cx="1000000" cy="817108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endParaRPr sz="800" b="1" dirty="0">
              <a:solidFill>
                <a:srgbClr val="A6A6A6"/>
              </a:solidFill>
              <a:latin typeface="メイリオ"/>
              <a:ea typeface="メイリオ"/>
            </a:endParaRPr>
          </a:p>
        </p:txBody>
      </p:sp>
      <p:sp>
        <p:nvSpPr>
          <p:cNvPr id="2024" name="arm illust slot 4"/>
          <p:cNvSpPr/>
          <p:nvPr/>
        </p:nvSpPr>
        <p:spPr>
          <a:xfrm>
            <a:off x="3489637" y="4820450"/>
            <a:ext cx="1000000" cy="81710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endParaRPr sz="800" b="1" dirty="0">
              <a:solidFill>
                <a:srgbClr val="A6A6A6"/>
              </a:solidFill>
              <a:latin typeface="メイリオ"/>
              <a:ea typeface="メイリオ"/>
            </a:endParaRPr>
          </a:p>
        </p:txBody>
      </p:sp>
      <p:sp>
        <p:nvSpPr>
          <p:cNvPr id="2025" name="arm illust slot 5"/>
          <p:cNvSpPr/>
          <p:nvPr/>
        </p:nvSpPr>
        <p:spPr>
          <a:xfrm>
            <a:off x="4569637" y="4820450"/>
            <a:ext cx="1000000" cy="81710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endParaRPr sz="800" b="1" dirty="0">
              <a:solidFill>
                <a:srgbClr val="A6A6A6"/>
              </a:solidFill>
              <a:latin typeface="メイリオ"/>
              <a:ea typeface="メイリオ"/>
            </a:endParaRPr>
          </a:p>
        </p:txBody>
      </p:sp>
      <p:sp>
        <p:nvSpPr>
          <p:cNvPr id="2026" name="arm illust slot 6"/>
          <p:cNvSpPr/>
          <p:nvPr/>
        </p:nvSpPr>
        <p:spPr>
          <a:xfrm>
            <a:off x="5649637" y="4820450"/>
            <a:ext cx="1000000" cy="81710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endParaRPr sz="800" b="1" dirty="0">
              <a:solidFill>
                <a:srgbClr val="A6A6A6"/>
              </a:solidFill>
              <a:latin typeface="メイリオ"/>
              <a:ea typeface="メイリオ"/>
            </a:endParaRPr>
          </a:p>
        </p:txBody>
      </p:sp>
      <p:sp>
        <p:nvSpPr>
          <p:cNvPr id="2027" name="overview heading"/>
          <p:cNvSpPr txBox="1"/>
          <p:nvPr/>
        </p:nvSpPr>
        <p:spPr>
          <a:xfrm>
            <a:off x="116632" y="322806"/>
            <a:ext cx="674575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u="sng" dirty="0">
                <a:solidFill>
                  <a:srgbClr val="000000"/>
                </a:solidFill>
                <a:latin typeface="メイリオ"/>
                <a:ea typeface="メイリオ"/>
              </a:rPr>
              <a:t>▽</a:t>
            </a:r>
            <a:r>
              <a:rPr sz="1400" b="1" u="sng" dirty="0" err="1">
                <a:solidFill>
                  <a:srgbClr val="000000"/>
                </a:solidFill>
                <a:latin typeface="メイリオ"/>
                <a:ea typeface="メイリオ"/>
              </a:rPr>
              <a:t>ゲーム概要</a:t>
            </a:r>
            <a:r>
              <a:rPr sz="800" b="1" dirty="0">
                <a:solidFill>
                  <a:srgbClr val="000000"/>
                </a:solidFill>
                <a:latin typeface="メイリオ"/>
                <a:ea typeface="メイリオ"/>
              </a:rPr>
              <a:t>   </a:t>
            </a:r>
          </a:p>
        </p:txBody>
      </p:sp>
      <p:sp>
        <p:nvSpPr>
          <p:cNvPr id="2028" name="overview label 1"/>
          <p:cNvSpPr/>
          <p:nvPr/>
        </p:nvSpPr>
        <p:spPr>
          <a:xfrm>
            <a:off x="729154" y="567467"/>
            <a:ext cx="1276947" cy="2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ジャンル</a:t>
            </a:r>
          </a:p>
        </p:txBody>
      </p:sp>
      <p:sp>
        <p:nvSpPr>
          <p:cNvPr id="2029" name="overview value 1"/>
          <p:cNvSpPr/>
          <p:nvPr/>
        </p:nvSpPr>
        <p:spPr>
          <a:xfrm>
            <a:off x="729154" y="767467"/>
            <a:ext cx="1276947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メイリオ"/>
                <a:ea typeface="メイリオ"/>
              </a:rPr>
              <a:t>3D乱闘アクション</a:t>
            </a:r>
          </a:p>
        </p:txBody>
      </p:sp>
      <p:sp>
        <p:nvSpPr>
          <p:cNvPr id="2030" name="overview label 2"/>
          <p:cNvSpPr/>
          <p:nvPr/>
        </p:nvSpPr>
        <p:spPr>
          <a:xfrm>
            <a:off x="2066101" y="567467"/>
            <a:ext cx="1276947" cy="2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プレイ人数</a:t>
            </a:r>
          </a:p>
        </p:txBody>
      </p:sp>
      <p:sp>
        <p:nvSpPr>
          <p:cNvPr id="2031" name="overview value 2"/>
          <p:cNvSpPr/>
          <p:nvPr/>
        </p:nvSpPr>
        <p:spPr>
          <a:xfrm>
            <a:off x="2066101" y="767467"/>
            <a:ext cx="1276947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メイリオ"/>
                <a:ea typeface="メイリオ"/>
              </a:rPr>
              <a:t>4人対戦</a:t>
            </a:r>
          </a:p>
        </p:txBody>
      </p:sp>
      <p:sp>
        <p:nvSpPr>
          <p:cNvPr id="2032" name="overview label 3"/>
          <p:cNvSpPr/>
          <p:nvPr/>
        </p:nvSpPr>
        <p:spPr>
          <a:xfrm>
            <a:off x="3403048" y="567467"/>
            <a:ext cx="1276947" cy="2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プレイ時間</a:t>
            </a:r>
          </a:p>
        </p:txBody>
      </p:sp>
      <p:sp>
        <p:nvSpPr>
          <p:cNvPr id="2033" name="overview value 3"/>
          <p:cNvSpPr/>
          <p:nvPr/>
        </p:nvSpPr>
        <p:spPr>
          <a:xfrm>
            <a:off x="3403048" y="767467"/>
            <a:ext cx="1276947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メイリオ"/>
                <a:ea typeface="メイリオ"/>
              </a:rPr>
              <a:t>約3分 / 1試合</a:t>
            </a:r>
          </a:p>
        </p:txBody>
      </p:sp>
      <p:sp>
        <p:nvSpPr>
          <p:cNvPr id="2034" name="overview label 4"/>
          <p:cNvSpPr/>
          <p:nvPr/>
        </p:nvSpPr>
        <p:spPr>
          <a:xfrm>
            <a:off x="4739995" y="567467"/>
            <a:ext cx="1276947" cy="2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対応機種</a:t>
            </a:r>
          </a:p>
        </p:txBody>
      </p:sp>
      <p:sp>
        <p:nvSpPr>
          <p:cNvPr id="2035" name="overview value 4"/>
          <p:cNvSpPr/>
          <p:nvPr/>
        </p:nvSpPr>
        <p:spPr>
          <a:xfrm>
            <a:off x="4739995" y="767467"/>
            <a:ext cx="1276947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1100" b="1" dirty="0" err="1">
                <a:solidFill>
                  <a:srgbClr val="000000"/>
                </a:solidFill>
                <a:latin typeface="メイリオ"/>
                <a:ea typeface="メイリオ"/>
              </a:rPr>
              <a:t>PC（パッド）</a:t>
            </a:r>
          </a:p>
        </p:txBody>
      </p:sp>
      <p:sp>
        <p:nvSpPr>
          <p:cNvPr id="2039" name="point body"/>
          <p:cNvSpPr txBox="1"/>
          <p:nvPr/>
        </p:nvSpPr>
        <p:spPr>
          <a:xfrm>
            <a:off x="655415" y="7725112"/>
            <a:ext cx="348615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dirty="0">
                <a:solidFill>
                  <a:srgbClr val="000000"/>
                </a:solidFill>
                <a:latin typeface="メイリオ"/>
                <a:ea typeface="メイリオ"/>
              </a:rPr>
              <a:t>・</a:t>
            </a:r>
            <a:r>
              <a:rPr sz="900" b="1" dirty="0" err="1">
                <a:solidFill>
                  <a:srgbClr val="000000"/>
                </a:solidFill>
                <a:latin typeface="メイリオ"/>
                <a:ea typeface="メイリオ"/>
              </a:rPr>
              <a:t>腕の組み合わせで戦い方が変わる</a:t>
            </a:r>
            <a:endParaRPr sz="900" b="1" dirty="0">
              <a:solidFill>
                <a:srgbClr val="000000"/>
              </a:solidFill>
              <a:latin typeface="メイリオ"/>
              <a:ea typeface="メイリオ"/>
            </a:endParaRPr>
          </a:p>
          <a:p>
            <a:pPr algn="l"/>
            <a:r>
              <a:rPr sz="900" b="1" dirty="0">
                <a:solidFill>
                  <a:srgbClr val="000000"/>
                </a:solidFill>
                <a:latin typeface="メイリオ"/>
                <a:ea typeface="メイリオ"/>
              </a:rPr>
              <a:t>・</a:t>
            </a:r>
            <a:r>
              <a:rPr sz="900" b="1" dirty="0" err="1">
                <a:solidFill>
                  <a:srgbClr val="000000"/>
                </a:solidFill>
                <a:latin typeface="メイリオ"/>
                <a:ea typeface="メイリオ"/>
              </a:rPr>
              <a:t>殴られるほど飛ぶ＝逆転あり</a:t>
            </a:r>
            <a:r>
              <a:rPr sz="900" b="1" dirty="0">
                <a:solidFill>
                  <a:srgbClr val="000000"/>
                </a:solidFill>
                <a:latin typeface="メイリオ"/>
                <a:ea typeface="メイリオ"/>
              </a:rPr>
              <a:t>！</a:t>
            </a:r>
          </a:p>
        </p:txBody>
      </p:sp>
      <p:sp>
        <p:nvSpPr>
          <p:cNvPr id="3049" name="gimmick bar 3049"/>
          <p:cNvSpPr/>
          <p:nvPr/>
        </p:nvSpPr>
        <p:spPr>
          <a:xfrm>
            <a:off x="247650" y="8096250"/>
            <a:ext cx="6400800" cy="152400"/>
          </a:xfrm>
          <a:prstGeom prst="roundRect">
            <a:avLst>
              <a:gd name="adj" fmla="val 30000"/>
            </a:avLst>
          </a:prstGeom>
          <a:solidFill>
            <a:srgbClr val="404040"/>
          </a:solidFill>
          <a:ln>
            <a:noFill/>
          </a:ln>
        </p:spPr>
        <p:txBody>
          <a:bodyPr wrap="square" lIns="57150" tIns="0" rIns="5715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ja-JP" altLang="en-US" sz="900" b="1" dirty="0">
                <a:solidFill>
                  <a:srgbClr val="FFFFFF"/>
                </a:solidFill>
                <a:latin typeface="メイリオ"/>
                <a:ea typeface="メイリオ"/>
              </a:rPr>
              <a:t>▼ 試合の流れ</a:t>
            </a:r>
          </a:p>
        </p:txBody>
      </p:sp>
      <p:sp>
        <p:nvSpPr>
          <p:cNvPr id="3056" name="Rounded Rectangle 3055"/>
          <p:cNvSpPr/>
          <p:nvPr/>
        </p:nvSpPr>
        <p:spPr>
          <a:xfrm>
            <a:off x="420624" y="6117336"/>
            <a:ext cx="1600200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メイリオ"/>
                <a:ea typeface="メイリオ"/>
              </a:rPr>
              <a:t>メイン画面（3D・背面視点）</a:t>
            </a:r>
          </a:p>
        </p:txBody>
      </p:sp>
      <p:sp>
        <p:nvSpPr>
          <p:cNvPr id="3057" name="Rounded Rectangle 3056"/>
          <p:cNvSpPr/>
          <p:nvPr/>
        </p:nvSpPr>
        <p:spPr>
          <a:xfrm>
            <a:off x="246888" y="8284464"/>
            <a:ext cx="1545336" cy="996696"/>
          </a:xfrm>
          <a:prstGeom prst="roundRect">
            <a:avLst/>
          </a:prstGeom>
          <a:solidFill>
            <a:srgbClr val="DDE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58" name="Rectangle 3057"/>
          <p:cNvSpPr/>
          <p:nvPr/>
        </p:nvSpPr>
        <p:spPr>
          <a:xfrm>
            <a:off x="246888" y="8284464"/>
            <a:ext cx="1545336" cy="17373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メイリオ"/>
                <a:ea typeface="メイリオ"/>
              </a:rPr>
              <a:t>① 腕カプセルを拾う</a:t>
            </a:r>
          </a:p>
        </p:txBody>
      </p:sp>
      <p:sp>
        <p:nvSpPr>
          <p:cNvPr id="3059" name="Isosceles Triangle 3058"/>
          <p:cNvSpPr/>
          <p:nvPr/>
        </p:nvSpPr>
        <p:spPr>
          <a:xfrm rot="5400000">
            <a:off x="1796795" y="8787384"/>
            <a:ext cx="73152" cy="109728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0" name="Rounded Rectangle 3059"/>
          <p:cNvSpPr/>
          <p:nvPr/>
        </p:nvSpPr>
        <p:spPr>
          <a:xfrm>
            <a:off x="1860804" y="8284464"/>
            <a:ext cx="1545336" cy="996696"/>
          </a:xfrm>
          <a:prstGeom prst="roundRect">
            <a:avLst/>
          </a:prstGeom>
          <a:solidFill>
            <a:srgbClr val="DDE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1" name="Rectangle 3060"/>
          <p:cNvSpPr/>
          <p:nvPr/>
        </p:nvSpPr>
        <p:spPr>
          <a:xfrm>
            <a:off x="1860804" y="8284464"/>
            <a:ext cx="1545336" cy="17373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メイリオ"/>
                <a:ea typeface="メイリオ"/>
              </a:rPr>
              <a:t>② 同じ腕×2で合体</a:t>
            </a:r>
          </a:p>
        </p:txBody>
      </p:sp>
      <p:sp>
        <p:nvSpPr>
          <p:cNvPr id="3062" name="Isosceles Triangle 3061"/>
          <p:cNvSpPr/>
          <p:nvPr/>
        </p:nvSpPr>
        <p:spPr>
          <a:xfrm rot="5400000">
            <a:off x="3410712" y="8787384"/>
            <a:ext cx="73152" cy="109728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3" name="Rounded Rectangle 3062"/>
          <p:cNvSpPr/>
          <p:nvPr/>
        </p:nvSpPr>
        <p:spPr>
          <a:xfrm>
            <a:off x="3474720" y="8284464"/>
            <a:ext cx="1545336" cy="996696"/>
          </a:xfrm>
          <a:prstGeom prst="roundRect">
            <a:avLst/>
          </a:prstGeom>
          <a:solidFill>
            <a:srgbClr val="DDE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4" name="Rectangle 3063"/>
          <p:cNvSpPr/>
          <p:nvPr/>
        </p:nvSpPr>
        <p:spPr>
          <a:xfrm>
            <a:off x="3474720" y="8284464"/>
            <a:ext cx="1545336" cy="17373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メイリオ"/>
                <a:ea typeface="メイリオ"/>
              </a:rPr>
              <a:t>③ 落ちても柱で復帰</a:t>
            </a:r>
          </a:p>
        </p:txBody>
      </p:sp>
      <p:sp>
        <p:nvSpPr>
          <p:cNvPr id="3065" name="Isosceles Triangle 3064"/>
          <p:cNvSpPr/>
          <p:nvPr/>
        </p:nvSpPr>
        <p:spPr>
          <a:xfrm rot="5400000">
            <a:off x="5024628" y="8787384"/>
            <a:ext cx="73152" cy="109728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6" name="Rounded Rectangle 3065"/>
          <p:cNvSpPr/>
          <p:nvPr/>
        </p:nvSpPr>
        <p:spPr>
          <a:xfrm>
            <a:off x="5088636" y="8284464"/>
            <a:ext cx="1545336" cy="996696"/>
          </a:xfrm>
          <a:prstGeom prst="roundRect">
            <a:avLst/>
          </a:prstGeom>
          <a:solidFill>
            <a:srgbClr val="DDE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7" name="Rectangle 3066"/>
          <p:cNvSpPr/>
          <p:nvPr/>
        </p:nvSpPr>
        <p:spPr>
          <a:xfrm>
            <a:off x="5088636" y="8284464"/>
            <a:ext cx="1545336" cy="17373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50" b="1" i="0" dirty="0">
                <a:solidFill>
                  <a:srgbClr val="FFFFFF"/>
                </a:solidFill>
                <a:latin typeface="メイリオ"/>
                <a:ea typeface="メイリオ"/>
              </a:rPr>
              <a:t>④ 最後の1人</a:t>
            </a:r>
          </a:p>
        </p:txBody>
      </p:sp>
      <p:sp>
        <p:nvSpPr>
          <p:cNvPr id="3068" name="Oval 3067"/>
          <p:cNvSpPr/>
          <p:nvPr/>
        </p:nvSpPr>
        <p:spPr>
          <a:xfrm>
            <a:off x="356616" y="8959291"/>
            <a:ext cx="1325880" cy="2377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69" name="Rectangle 3068"/>
          <p:cNvSpPr/>
          <p:nvPr/>
        </p:nvSpPr>
        <p:spPr>
          <a:xfrm>
            <a:off x="356616" y="9006840"/>
            <a:ext cx="1325880" cy="7132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70" name="Oval 3069"/>
          <p:cNvSpPr/>
          <p:nvPr/>
        </p:nvSpPr>
        <p:spPr>
          <a:xfrm>
            <a:off x="356616" y="8887968"/>
            <a:ext cx="1325880" cy="237744"/>
          </a:xfrm>
          <a:prstGeom prst="ellipse">
            <a:avLst/>
          </a:prstGeom>
          <a:solidFill>
            <a:srgbClr val="C9C9C9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71" name="12-Point Star 3070"/>
          <p:cNvSpPr/>
          <p:nvPr/>
        </p:nvSpPr>
        <p:spPr>
          <a:xfrm>
            <a:off x="1051560" y="8668512"/>
            <a:ext cx="384048" cy="310896"/>
          </a:xfrm>
          <a:prstGeom prst="star12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72" name="Oval 3071"/>
          <p:cNvSpPr/>
          <p:nvPr/>
        </p:nvSpPr>
        <p:spPr>
          <a:xfrm>
            <a:off x="1179576" y="8769096"/>
            <a:ext cx="128016" cy="128016"/>
          </a:xfrm>
          <a:prstGeom prst="ellipse">
            <a:avLst/>
          </a:prstGeom>
          <a:solidFill>
            <a:srgbClr val="FFD000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pic>
        <p:nvPicPr>
          <p:cNvPr id="3073" name="Picture 3072" descr="ar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595" y="8485632"/>
            <a:ext cx="193464" cy="384048"/>
          </a:xfrm>
          <a:prstGeom prst="rect">
            <a:avLst/>
          </a:prstGeom>
        </p:spPr>
      </p:pic>
      <p:sp>
        <p:nvSpPr>
          <p:cNvPr id="3074" name="Oval 3073"/>
          <p:cNvSpPr/>
          <p:nvPr/>
        </p:nvSpPr>
        <p:spPr>
          <a:xfrm>
            <a:off x="576072" y="8988552"/>
            <a:ext cx="237744" cy="64008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75" name="Rounded Rectangle 3074"/>
          <p:cNvSpPr/>
          <p:nvPr/>
        </p:nvSpPr>
        <p:spPr>
          <a:xfrm>
            <a:off x="594360" y="8833104"/>
            <a:ext cx="201168" cy="16459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76" name="Rounded Rectangle 3075"/>
          <p:cNvSpPr/>
          <p:nvPr/>
        </p:nvSpPr>
        <p:spPr>
          <a:xfrm>
            <a:off x="612648" y="8695944"/>
            <a:ext cx="164592" cy="146304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77" name="Rectangle 3076"/>
          <p:cNvSpPr/>
          <p:nvPr/>
        </p:nvSpPr>
        <p:spPr>
          <a:xfrm>
            <a:off x="630936" y="8732520"/>
            <a:ext cx="128016" cy="45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cxnSp>
        <p:nvCxnSpPr>
          <p:cNvPr id="3078" name="Connector 3077"/>
          <p:cNvCxnSpPr/>
          <p:nvPr/>
        </p:nvCxnSpPr>
        <p:spPr>
          <a:xfrm flipV="1">
            <a:off x="841248" y="8851392"/>
            <a:ext cx="301752" cy="54864"/>
          </a:xfrm>
          <a:prstGeom prst="line">
            <a:avLst/>
          </a:prstGeom>
          <a:ln w="15875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9" name="Rounded Rectangle 3078"/>
          <p:cNvSpPr/>
          <p:nvPr/>
        </p:nvSpPr>
        <p:spPr>
          <a:xfrm>
            <a:off x="320040" y="8503920"/>
            <a:ext cx="658368" cy="164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1" i="0">
                <a:solidFill>
                  <a:srgbClr val="ED7D31"/>
                </a:solidFill>
                <a:latin typeface="メイリオ"/>
                <a:ea typeface="メイリオ"/>
              </a:rPr>
              <a:t>腕チェンジ！</a:t>
            </a:r>
          </a:p>
        </p:txBody>
      </p:sp>
      <p:sp>
        <p:nvSpPr>
          <p:cNvPr id="3080" name="Oval 3079"/>
          <p:cNvSpPr/>
          <p:nvPr/>
        </p:nvSpPr>
        <p:spPr>
          <a:xfrm>
            <a:off x="1970532" y="8995867"/>
            <a:ext cx="1325880" cy="2377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81" name="Rectangle 3080"/>
          <p:cNvSpPr/>
          <p:nvPr/>
        </p:nvSpPr>
        <p:spPr>
          <a:xfrm>
            <a:off x="1970532" y="9043416"/>
            <a:ext cx="1325880" cy="7132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82" name="Oval 3081"/>
          <p:cNvSpPr/>
          <p:nvPr/>
        </p:nvSpPr>
        <p:spPr>
          <a:xfrm>
            <a:off x="1970532" y="8924544"/>
            <a:ext cx="1325880" cy="237744"/>
          </a:xfrm>
          <a:prstGeom prst="ellipse">
            <a:avLst/>
          </a:prstGeom>
          <a:solidFill>
            <a:srgbClr val="C9C9C9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83" name="Explosion 3082"/>
          <p:cNvSpPr/>
          <p:nvPr/>
        </p:nvSpPr>
        <p:spPr>
          <a:xfrm>
            <a:off x="2884932" y="8467344"/>
            <a:ext cx="502920" cy="384048"/>
          </a:xfrm>
          <a:prstGeom prst="irregularSeal1">
            <a:avLst/>
          </a:prstGeom>
          <a:solidFill>
            <a:srgbClr val="FFE600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800" b="1" i="0">
                <a:solidFill>
                  <a:srgbClr val="C00000"/>
                </a:solidFill>
                <a:latin typeface="メイリオ"/>
                <a:ea typeface="メイリオ"/>
              </a:rPr>
              <a:t>×2!</a:t>
            </a:r>
          </a:p>
        </p:txBody>
      </p:sp>
      <p:pic>
        <p:nvPicPr>
          <p:cNvPr id="3084" name="Picture 3083" descr="ar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271460" y="8577072"/>
            <a:ext cx="221102" cy="438912"/>
          </a:xfrm>
          <a:prstGeom prst="rect">
            <a:avLst/>
          </a:prstGeom>
        </p:spPr>
      </p:pic>
      <p:pic>
        <p:nvPicPr>
          <p:cNvPr id="3085" name="Picture 3084" descr="ar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372" y="8577072"/>
            <a:ext cx="221102" cy="438912"/>
          </a:xfrm>
          <a:prstGeom prst="rect">
            <a:avLst/>
          </a:prstGeom>
        </p:spPr>
      </p:pic>
      <p:sp>
        <p:nvSpPr>
          <p:cNvPr id="3086" name="Oval 3085"/>
          <p:cNvSpPr/>
          <p:nvPr/>
        </p:nvSpPr>
        <p:spPr>
          <a:xfrm>
            <a:off x="2465222" y="8976207"/>
            <a:ext cx="225856" cy="60807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87" name="Rounded Rectangle 3086"/>
          <p:cNvSpPr/>
          <p:nvPr/>
        </p:nvSpPr>
        <p:spPr>
          <a:xfrm>
            <a:off x="2482596" y="8828532"/>
            <a:ext cx="191109" cy="156362"/>
          </a:xfrm>
          <a:prstGeom prst="roundRect">
            <a:avLst/>
          </a:prstGeom>
          <a:solidFill>
            <a:srgbClr val="2E75B6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88" name="Rounded Rectangle 3087"/>
          <p:cNvSpPr/>
          <p:nvPr/>
        </p:nvSpPr>
        <p:spPr>
          <a:xfrm>
            <a:off x="2499969" y="8698230"/>
            <a:ext cx="156362" cy="138988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89" name="Rectangle 3088"/>
          <p:cNvSpPr/>
          <p:nvPr/>
        </p:nvSpPr>
        <p:spPr>
          <a:xfrm>
            <a:off x="2517343" y="8732977"/>
            <a:ext cx="121615" cy="4343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0" name="Rounded Rectangle 3089"/>
          <p:cNvSpPr/>
          <p:nvPr/>
        </p:nvSpPr>
        <p:spPr>
          <a:xfrm>
            <a:off x="1933956" y="8503920"/>
            <a:ext cx="731520" cy="164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1" i="0">
                <a:solidFill>
                  <a:srgbClr val="2E75B6"/>
                </a:solidFill>
                <a:latin typeface="メイリオ"/>
                <a:ea typeface="メイリオ"/>
              </a:rPr>
              <a:t>ロケットパンチ！</a:t>
            </a:r>
          </a:p>
        </p:txBody>
      </p:sp>
      <p:sp>
        <p:nvSpPr>
          <p:cNvPr id="3091" name="Oval 3090"/>
          <p:cNvSpPr/>
          <p:nvPr/>
        </p:nvSpPr>
        <p:spPr>
          <a:xfrm>
            <a:off x="3502151" y="8739835"/>
            <a:ext cx="914400" cy="2377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2" name="Rectangle 3091"/>
          <p:cNvSpPr/>
          <p:nvPr/>
        </p:nvSpPr>
        <p:spPr>
          <a:xfrm>
            <a:off x="3502151" y="8787384"/>
            <a:ext cx="914400" cy="7132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3" name="Oval 3092"/>
          <p:cNvSpPr/>
          <p:nvPr/>
        </p:nvSpPr>
        <p:spPr>
          <a:xfrm>
            <a:off x="3502151" y="8668512"/>
            <a:ext cx="914400" cy="237744"/>
          </a:xfrm>
          <a:prstGeom prst="ellipse">
            <a:avLst/>
          </a:prstGeom>
          <a:solidFill>
            <a:srgbClr val="C9C9C9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4" name="Rectangle 3093"/>
          <p:cNvSpPr/>
          <p:nvPr/>
        </p:nvSpPr>
        <p:spPr>
          <a:xfrm>
            <a:off x="4041648" y="8558784"/>
            <a:ext cx="91440" cy="228600"/>
          </a:xfrm>
          <a:prstGeom prst="rect">
            <a:avLst/>
          </a:prstGeom>
          <a:solidFill>
            <a:srgbClr val="A6A6A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5" name="Oval 3094"/>
          <p:cNvSpPr/>
          <p:nvPr/>
        </p:nvSpPr>
        <p:spPr>
          <a:xfrm>
            <a:off x="4023359" y="8531352"/>
            <a:ext cx="128016" cy="54864"/>
          </a:xfrm>
          <a:prstGeom prst="ellipse">
            <a:avLst/>
          </a:prstGeom>
          <a:solidFill>
            <a:srgbClr val="D9D9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cxnSp>
        <p:nvCxnSpPr>
          <p:cNvPr id="3096" name="Connector 3095"/>
          <p:cNvCxnSpPr/>
          <p:nvPr/>
        </p:nvCxnSpPr>
        <p:spPr>
          <a:xfrm>
            <a:off x="4096511" y="8613648"/>
            <a:ext cx="475489" cy="402336"/>
          </a:xfrm>
          <a:prstGeom prst="line">
            <a:avLst/>
          </a:prstGeom>
          <a:ln w="317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7" name="Oval 3096"/>
          <p:cNvSpPr/>
          <p:nvPr/>
        </p:nvSpPr>
        <p:spPr>
          <a:xfrm>
            <a:off x="4465015" y="9152686"/>
            <a:ext cx="202082" cy="54406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8" name="Rounded Rectangle 3097"/>
          <p:cNvSpPr/>
          <p:nvPr/>
        </p:nvSpPr>
        <p:spPr>
          <a:xfrm>
            <a:off x="4480560" y="9020556"/>
            <a:ext cx="170992" cy="139903"/>
          </a:xfrm>
          <a:prstGeom prst="roundRect">
            <a:avLst/>
          </a:prstGeom>
          <a:solidFill>
            <a:srgbClr val="70AD47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099" name="Rounded Rectangle 3098"/>
          <p:cNvSpPr/>
          <p:nvPr/>
        </p:nvSpPr>
        <p:spPr>
          <a:xfrm>
            <a:off x="4496104" y="8903970"/>
            <a:ext cx="139903" cy="124358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00" name="Rectangle 3099"/>
          <p:cNvSpPr/>
          <p:nvPr/>
        </p:nvSpPr>
        <p:spPr>
          <a:xfrm>
            <a:off x="4511649" y="8935059"/>
            <a:ext cx="108813" cy="3886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02" name="Rectangle 3101"/>
          <p:cNvSpPr/>
          <p:nvPr/>
        </p:nvSpPr>
        <p:spPr>
          <a:xfrm>
            <a:off x="4434840" y="8558784"/>
            <a:ext cx="548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750" b="1" i="0">
                <a:solidFill>
                  <a:srgbClr val="ED7D31"/>
                </a:solidFill>
                <a:latin typeface="メイリオ"/>
                <a:ea typeface="メイリオ"/>
              </a:rPr>
              <a:t>ゴムで
復帰！</a:t>
            </a:r>
          </a:p>
        </p:txBody>
      </p:sp>
      <p:sp>
        <p:nvSpPr>
          <p:cNvPr id="3103" name="Rectangle 3102"/>
          <p:cNvSpPr/>
          <p:nvPr/>
        </p:nvSpPr>
        <p:spPr>
          <a:xfrm>
            <a:off x="3547872" y="9070848"/>
            <a:ext cx="77724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650" b="1" i="0">
                <a:solidFill>
                  <a:srgbClr val="C00000"/>
                </a:solidFill>
                <a:latin typeface="メイリオ"/>
                <a:ea typeface="メイリオ"/>
              </a:rPr>
              <a:t>場外ギリギリ！</a:t>
            </a:r>
          </a:p>
        </p:txBody>
      </p:sp>
      <p:sp>
        <p:nvSpPr>
          <p:cNvPr id="3104" name="Oval 3103"/>
          <p:cNvSpPr/>
          <p:nvPr/>
        </p:nvSpPr>
        <p:spPr>
          <a:xfrm>
            <a:off x="5408675" y="8898940"/>
            <a:ext cx="914400" cy="21945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05" name="Rectangle 3104"/>
          <p:cNvSpPr/>
          <p:nvPr/>
        </p:nvSpPr>
        <p:spPr>
          <a:xfrm>
            <a:off x="5408675" y="8942832"/>
            <a:ext cx="914400" cy="6583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06" name="Oval 3105"/>
          <p:cNvSpPr/>
          <p:nvPr/>
        </p:nvSpPr>
        <p:spPr>
          <a:xfrm>
            <a:off x="5408675" y="8833104"/>
            <a:ext cx="914400" cy="219456"/>
          </a:xfrm>
          <a:prstGeom prst="ellipse">
            <a:avLst/>
          </a:prstGeom>
          <a:solidFill>
            <a:srgbClr val="C9C9C9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14" name="Oval 3113"/>
          <p:cNvSpPr/>
          <p:nvPr/>
        </p:nvSpPr>
        <p:spPr>
          <a:xfrm>
            <a:off x="5728716" y="8878824"/>
            <a:ext cx="237744" cy="64008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15" name="Rounded Rectangle 3114"/>
          <p:cNvSpPr/>
          <p:nvPr/>
        </p:nvSpPr>
        <p:spPr>
          <a:xfrm>
            <a:off x="5747003" y="8723376"/>
            <a:ext cx="201168" cy="16459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16" name="Rounded Rectangle 3115"/>
          <p:cNvSpPr/>
          <p:nvPr/>
        </p:nvSpPr>
        <p:spPr>
          <a:xfrm>
            <a:off x="5765291" y="8586216"/>
            <a:ext cx="164592" cy="146304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17" name="Rectangle 3116"/>
          <p:cNvSpPr/>
          <p:nvPr/>
        </p:nvSpPr>
        <p:spPr>
          <a:xfrm>
            <a:off x="5783579" y="8622792"/>
            <a:ext cx="128016" cy="45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18" name="Extract 3117"/>
          <p:cNvSpPr/>
          <p:nvPr/>
        </p:nvSpPr>
        <p:spPr>
          <a:xfrm>
            <a:off x="5783579" y="8476488"/>
            <a:ext cx="128016" cy="100584"/>
          </a:xfrm>
          <a:prstGeom prst="flowChartExtract">
            <a:avLst/>
          </a:prstGeom>
          <a:solidFill>
            <a:srgbClr val="FFC000"/>
          </a:solidFill>
          <a:ln w="6350">
            <a:solidFill>
              <a:srgbClr val="7F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19" name="Oval 3118"/>
          <p:cNvSpPr/>
          <p:nvPr/>
        </p:nvSpPr>
        <p:spPr>
          <a:xfrm>
            <a:off x="5150815" y="8981236"/>
            <a:ext cx="142646" cy="38404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0" name="Rounded Rectangle 3119"/>
          <p:cNvSpPr/>
          <p:nvPr/>
        </p:nvSpPr>
        <p:spPr>
          <a:xfrm>
            <a:off x="5161788" y="8887968"/>
            <a:ext cx="120700" cy="98755"/>
          </a:xfrm>
          <a:prstGeom prst="roundRect">
            <a:avLst/>
          </a:prstGeom>
          <a:solidFill>
            <a:srgbClr val="7030A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1" name="Rounded Rectangle 3120"/>
          <p:cNvSpPr/>
          <p:nvPr/>
        </p:nvSpPr>
        <p:spPr>
          <a:xfrm>
            <a:off x="5172760" y="8805672"/>
            <a:ext cx="98755" cy="87782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2" name="Rectangle 3121"/>
          <p:cNvSpPr/>
          <p:nvPr/>
        </p:nvSpPr>
        <p:spPr>
          <a:xfrm>
            <a:off x="5183733" y="8827617"/>
            <a:ext cx="76809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3" name="Oval 3122"/>
          <p:cNvSpPr/>
          <p:nvPr/>
        </p:nvSpPr>
        <p:spPr>
          <a:xfrm>
            <a:off x="6403543" y="8908084"/>
            <a:ext cx="142646" cy="38404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4" name="Rounded Rectangle 3123"/>
          <p:cNvSpPr/>
          <p:nvPr/>
        </p:nvSpPr>
        <p:spPr>
          <a:xfrm>
            <a:off x="6414516" y="8814816"/>
            <a:ext cx="120700" cy="98755"/>
          </a:xfrm>
          <a:prstGeom prst="roundRect">
            <a:avLst/>
          </a:prstGeom>
          <a:solidFill>
            <a:srgbClr val="2E75B6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5" name="Rounded Rectangle 3124"/>
          <p:cNvSpPr/>
          <p:nvPr/>
        </p:nvSpPr>
        <p:spPr>
          <a:xfrm>
            <a:off x="6425488" y="8732520"/>
            <a:ext cx="98755" cy="87782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6" name="Rectangle 3125"/>
          <p:cNvSpPr/>
          <p:nvPr/>
        </p:nvSpPr>
        <p:spPr>
          <a:xfrm>
            <a:off x="6436461" y="8754465"/>
            <a:ext cx="76809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27" name="Rounded Rectangle 3126"/>
          <p:cNvSpPr/>
          <p:nvPr/>
        </p:nvSpPr>
        <p:spPr>
          <a:xfrm>
            <a:off x="5984748" y="8503920"/>
            <a:ext cx="603504" cy="164592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7F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50" b="1" i="0">
                <a:solidFill>
                  <a:srgbClr val="C00000"/>
                </a:solidFill>
                <a:latin typeface="メイリオ"/>
                <a:ea typeface="メイリオ"/>
              </a:rPr>
              <a:t>WINNER!</a:t>
            </a:r>
          </a:p>
        </p:txBody>
      </p:sp>
      <p:sp>
        <p:nvSpPr>
          <p:cNvPr id="3128" name="Rectangle 3127"/>
          <p:cNvSpPr/>
          <p:nvPr/>
        </p:nvSpPr>
        <p:spPr>
          <a:xfrm>
            <a:off x="5134355" y="8558784"/>
            <a:ext cx="54864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" rIns="0" bIns="9144" rtlCol="0" anchor="t"/>
          <a:lstStyle/>
          <a:p>
            <a:pPr algn="l"/>
            <a:r>
              <a:rPr sz="650" b="1" i="0">
                <a:solidFill>
                  <a:srgbClr val="7030A0"/>
                </a:solidFill>
                <a:latin typeface="メイリオ"/>
                <a:ea typeface="メイリオ"/>
              </a:rPr>
              <a:t>OUT…</a:t>
            </a:r>
          </a:p>
        </p:txBody>
      </p:sp>
      <p:sp>
        <p:nvSpPr>
          <p:cNvPr id="3129" name="Rectangle 3128"/>
          <p:cNvSpPr/>
          <p:nvPr/>
        </p:nvSpPr>
        <p:spPr>
          <a:xfrm>
            <a:off x="3081270" y="6955558"/>
            <a:ext cx="3483864" cy="896112"/>
          </a:xfrm>
          <a:prstGeom prst="rect">
            <a:avLst/>
          </a:prstGeom>
          <a:solidFill>
            <a:srgbClr val="DCEE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30" name="Rounded Rectangle 3129"/>
          <p:cNvSpPr/>
          <p:nvPr/>
        </p:nvSpPr>
        <p:spPr>
          <a:xfrm>
            <a:off x="3081270" y="6800110"/>
            <a:ext cx="1600200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メイリオ"/>
                <a:ea typeface="メイリオ"/>
              </a:rPr>
              <a:t>別画面：腕を奪い取れ！（3D）</a:t>
            </a:r>
          </a:p>
        </p:txBody>
      </p:sp>
      <p:sp>
        <p:nvSpPr>
          <p:cNvPr id="3131" name="Rounded Rectangle 3130"/>
          <p:cNvSpPr/>
          <p:nvPr/>
        </p:nvSpPr>
        <p:spPr>
          <a:xfrm>
            <a:off x="3126990" y="7001278"/>
            <a:ext cx="274320" cy="18288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1P</a:t>
            </a:r>
          </a:p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35%</a:t>
            </a:r>
          </a:p>
        </p:txBody>
      </p:sp>
      <p:sp>
        <p:nvSpPr>
          <p:cNvPr id="3132" name="Rounded Rectangle 3131"/>
          <p:cNvSpPr/>
          <p:nvPr/>
        </p:nvSpPr>
        <p:spPr>
          <a:xfrm>
            <a:off x="3428742" y="7001278"/>
            <a:ext cx="274320" cy="1828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2P</a:t>
            </a:r>
          </a:p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80%</a:t>
            </a:r>
          </a:p>
        </p:txBody>
      </p:sp>
      <p:sp>
        <p:nvSpPr>
          <p:cNvPr id="3133" name="Rounded Rectangle 3132"/>
          <p:cNvSpPr/>
          <p:nvPr/>
        </p:nvSpPr>
        <p:spPr>
          <a:xfrm>
            <a:off x="3730494" y="7001278"/>
            <a:ext cx="274320" cy="1828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3P</a:t>
            </a:r>
          </a:p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12%</a:t>
            </a:r>
          </a:p>
        </p:txBody>
      </p:sp>
      <p:sp>
        <p:nvSpPr>
          <p:cNvPr id="3134" name="Rounded Rectangle 3133"/>
          <p:cNvSpPr/>
          <p:nvPr/>
        </p:nvSpPr>
        <p:spPr>
          <a:xfrm>
            <a:off x="4032246" y="7001278"/>
            <a:ext cx="274320" cy="182880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4P</a:t>
            </a:r>
          </a:p>
          <a:p>
            <a:pPr algn="ctr"/>
            <a:r>
              <a:rPr sz="550" b="1" i="0">
                <a:solidFill>
                  <a:srgbClr val="FFFFFF"/>
                </a:solidFill>
                <a:latin typeface="メイリオ"/>
                <a:ea typeface="メイリオ"/>
              </a:rPr>
              <a:t>OUT</a:t>
            </a:r>
          </a:p>
        </p:txBody>
      </p:sp>
      <p:sp>
        <p:nvSpPr>
          <p:cNvPr id="3135" name="Rounded Rectangle 3134"/>
          <p:cNvSpPr/>
          <p:nvPr/>
        </p:nvSpPr>
        <p:spPr>
          <a:xfrm>
            <a:off x="6107934" y="7001278"/>
            <a:ext cx="411480" cy="146304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メイリオ"/>
                <a:ea typeface="メイリオ"/>
              </a:rPr>
              <a:t>0:31</a:t>
            </a:r>
          </a:p>
        </p:txBody>
      </p:sp>
      <p:sp>
        <p:nvSpPr>
          <p:cNvPr id="3136" name="Oval 3135"/>
          <p:cNvSpPr/>
          <p:nvPr/>
        </p:nvSpPr>
        <p:spPr>
          <a:xfrm>
            <a:off x="3995670" y="7506026"/>
            <a:ext cx="2377440" cy="31089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37" name="Rectangle 3136"/>
          <p:cNvSpPr/>
          <p:nvPr/>
        </p:nvSpPr>
        <p:spPr>
          <a:xfrm>
            <a:off x="3995670" y="7568206"/>
            <a:ext cx="2377440" cy="9326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38" name="Oval 3137"/>
          <p:cNvSpPr/>
          <p:nvPr/>
        </p:nvSpPr>
        <p:spPr>
          <a:xfrm>
            <a:off x="3995670" y="7412758"/>
            <a:ext cx="2377440" cy="310896"/>
          </a:xfrm>
          <a:prstGeom prst="ellipse">
            <a:avLst/>
          </a:prstGeom>
          <a:solidFill>
            <a:srgbClr val="C9C9C9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39" name="Oval 3138"/>
          <p:cNvSpPr/>
          <p:nvPr/>
        </p:nvSpPr>
        <p:spPr>
          <a:xfrm>
            <a:off x="3295239" y="7701708"/>
            <a:ext cx="190195" cy="51206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40" name="Rounded Rectangle 3139"/>
          <p:cNvSpPr/>
          <p:nvPr/>
        </p:nvSpPr>
        <p:spPr>
          <a:xfrm>
            <a:off x="3309870" y="7577350"/>
            <a:ext cx="160934" cy="131673"/>
          </a:xfrm>
          <a:prstGeom prst="roundRect">
            <a:avLst/>
          </a:prstGeom>
          <a:solidFill>
            <a:srgbClr val="7F7F7F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41" name="Rounded Rectangle 3140"/>
          <p:cNvSpPr/>
          <p:nvPr/>
        </p:nvSpPr>
        <p:spPr>
          <a:xfrm>
            <a:off x="3324500" y="7467622"/>
            <a:ext cx="131673" cy="117043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42" name="Rectangle 3141"/>
          <p:cNvSpPr/>
          <p:nvPr/>
        </p:nvSpPr>
        <p:spPr>
          <a:xfrm>
            <a:off x="3339130" y="7496882"/>
            <a:ext cx="102412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43" name="Explosion 3142"/>
          <p:cNvSpPr/>
          <p:nvPr/>
        </p:nvSpPr>
        <p:spPr>
          <a:xfrm>
            <a:off x="3190998" y="7248166"/>
            <a:ext cx="548640" cy="329184"/>
          </a:xfrm>
          <a:prstGeom prst="irregularSeal1">
            <a:avLst/>
          </a:prstGeom>
          <a:solidFill>
            <a:srgbClr val="FFE600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1" i="0">
                <a:solidFill>
                  <a:srgbClr val="C00000"/>
                </a:solidFill>
                <a:latin typeface="メイリオ"/>
                <a:ea typeface="メイリオ"/>
              </a:rPr>
              <a:t>OUT!</a:t>
            </a:r>
          </a:p>
        </p:txBody>
      </p:sp>
      <p:cxnSp>
        <p:nvCxnSpPr>
          <p:cNvPr id="3144" name="Connector 3143"/>
          <p:cNvCxnSpPr/>
          <p:nvPr/>
        </p:nvCxnSpPr>
        <p:spPr>
          <a:xfrm>
            <a:off x="3584190" y="7522485"/>
            <a:ext cx="274319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" name="Connector 3144"/>
          <p:cNvCxnSpPr/>
          <p:nvPr/>
        </p:nvCxnSpPr>
        <p:spPr>
          <a:xfrm>
            <a:off x="3584190" y="7613926"/>
            <a:ext cx="274319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6" name="Connector 3145"/>
          <p:cNvCxnSpPr/>
          <p:nvPr/>
        </p:nvCxnSpPr>
        <p:spPr>
          <a:xfrm>
            <a:off x="3584190" y="7705366"/>
            <a:ext cx="274319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8" name="12-Point Star 3147"/>
          <p:cNvSpPr/>
          <p:nvPr/>
        </p:nvSpPr>
        <p:spPr>
          <a:xfrm>
            <a:off x="4224270" y="7229878"/>
            <a:ext cx="182880" cy="164592"/>
          </a:xfrm>
          <a:prstGeom prst="star12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49" name="Rounded Rectangle 3148"/>
          <p:cNvSpPr/>
          <p:nvPr/>
        </p:nvSpPr>
        <p:spPr>
          <a:xfrm>
            <a:off x="4562598" y="7248166"/>
            <a:ext cx="50292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1" i="0">
                <a:solidFill>
                  <a:srgbClr val="C00000"/>
                </a:solidFill>
                <a:latin typeface="メイリオ"/>
                <a:ea typeface="メイリオ"/>
              </a:rPr>
              <a:t>腕ドロップ</a:t>
            </a:r>
          </a:p>
        </p:txBody>
      </p:sp>
      <p:sp>
        <p:nvSpPr>
          <p:cNvPr id="3150" name="Oval 3149"/>
          <p:cNvSpPr/>
          <p:nvPr/>
        </p:nvSpPr>
        <p:spPr>
          <a:xfrm>
            <a:off x="5077405" y="7695764"/>
            <a:ext cx="202082" cy="54406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51" name="Rounded Rectangle 3150"/>
          <p:cNvSpPr/>
          <p:nvPr/>
        </p:nvSpPr>
        <p:spPr>
          <a:xfrm>
            <a:off x="5092950" y="7563634"/>
            <a:ext cx="170992" cy="139903"/>
          </a:xfrm>
          <a:prstGeom prst="roundRect">
            <a:avLst/>
          </a:prstGeom>
          <a:solidFill>
            <a:srgbClr val="2E9E5B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52" name="Rounded Rectangle 3151"/>
          <p:cNvSpPr/>
          <p:nvPr/>
        </p:nvSpPr>
        <p:spPr>
          <a:xfrm>
            <a:off x="5108494" y="7447048"/>
            <a:ext cx="139903" cy="124358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53" name="Rectangle 3152"/>
          <p:cNvSpPr/>
          <p:nvPr/>
        </p:nvSpPr>
        <p:spPr>
          <a:xfrm>
            <a:off x="5124039" y="7478137"/>
            <a:ext cx="108813" cy="3886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cxnSp>
        <p:nvCxnSpPr>
          <p:cNvPr id="3154" name="Connector 3153"/>
          <p:cNvCxnSpPr/>
          <p:nvPr/>
        </p:nvCxnSpPr>
        <p:spPr>
          <a:xfrm flipH="1" flipV="1">
            <a:off x="4617462" y="7577350"/>
            <a:ext cx="457200" cy="36576"/>
          </a:xfrm>
          <a:prstGeom prst="line">
            <a:avLst/>
          </a:prstGeom>
          <a:ln w="15875">
            <a:solidFill>
              <a:srgbClr val="2E9E5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5" name="Oval 3154"/>
          <p:cNvSpPr/>
          <p:nvPr/>
        </p:nvSpPr>
        <p:spPr>
          <a:xfrm>
            <a:off x="5763205" y="7604324"/>
            <a:ext cx="202082" cy="54406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56" name="Rounded Rectangle 3155"/>
          <p:cNvSpPr/>
          <p:nvPr/>
        </p:nvSpPr>
        <p:spPr>
          <a:xfrm>
            <a:off x="5778750" y="7472194"/>
            <a:ext cx="170992" cy="139903"/>
          </a:xfrm>
          <a:prstGeom prst="roundRect">
            <a:avLst/>
          </a:prstGeom>
          <a:solidFill>
            <a:srgbClr val="2E75B6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57" name="Rounded Rectangle 3156"/>
          <p:cNvSpPr/>
          <p:nvPr/>
        </p:nvSpPr>
        <p:spPr>
          <a:xfrm>
            <a:off x="5794294" y="7355608"/>
            <a:ext cx="139903" cy="124358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3158" name="Rectangle 3157"/>
          <p:cNvSpPr/>
          <p:nvPr/>
        </p:nvSpPr>
        <p:spPr>
          <a:xfrm>
            <a:off x="5809839" y="7386697"/>
            <a:ext cx="108813" cy="3886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cxnSp>
        <p:nvCxnSpPr>
          <p:cNvPr id="3159" name="Connector 3158"/>
          <p:cNvCxnSpPr/>
          <p:nvPr/>
        </p:nvCxnSpPr>
        <p:spPr>
          <a:xfrm flipH="1" flipV="1">
            <a:off x="5367270" y="7504198"/>
            <a:ext cx="384048" cy="18287"/>
          </a:xfrm>
          <a:prstGeom prst="line">
            <a:avLst/>
          </a:prstGeom>
          <a:ln w="15875">
            <a:solidFill>
              <a:srgbClr val="2E75B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0" name="Rounded Rectangular Callout 3159"/>
          <p:cNvSpPr/>
          <p:nvPr/>
        </p:nvSpPr>
        <p:spPr>
          <a:xfrm>
            <a:off x="5230110" y="7184158"/>
            <a:ext cx="566928" cy="182880"/>
          </a:xfrm>
          <a:prstGeom prst="wedgeRoundRectCallout">
            <a:avLst/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1" i="0">
                <a:solidFill>
                  <a:srgbClr val="2E9E5B"/>
                </a:solidFill>
                <a:latin typeface="メイリオ"/>
                <a:ea typeface="メイリオ"/>
              </a:rPr>
              <a:t>いただき！</a:t>
            </a:r>
          </a:p>
        </p:txBody>
      </p:sp>
      <p:sp>
        <p:nvSpPr>
          <p:cNvPr id="3161" name="Rounded Rectangular Callout 3160"/>
          <p:cNvSpPr/>
          <p:nvPr/>
        </p:nvSpPr>
        <p:spPr>
          <a:xfrm>
            <a:off x="5870190" y="7184158"/>
            <a:ext cx="621792" cy="182880"/>
          </a:xfrm>
          <a:prstGeom prst="wedgeRoundRectCallou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1" i="0">
                <a:solidFill>
                  <a:srgbClr val="2E75B6"/>
                </a:solidFill>
                <a:latin typeface="メイリオ"/>
                <a:ea typeface="メイリオ"/>
              </a:rPr>
              <a:t>させるか！</a:t>
            </a:r>
          </a:p>
        </p:txBody>
      </p:sp>
      <p:sp>
        <p:nvSpPr>
          <p:cNvPr id="12" name="Oval 3118">
            <a:extLst>
              <a:ext uri="{FF2B5EF4-FFF2-40B4-BE49-F238E27FC236}">
                <a16:creationId xmlns:a16="http://schemas.microsoft.com/office/drawing/2014/main" id="{070F4A35-B8B4-E5EE-3F9D-2EC72E59EEF0}"/>
              </a:ext>
            </a:extLst>
          </p:cNvPr>
          <p:cNvSpPr/>
          <p:nvPr/>
        </p:nvSpPr>
        <p:spPr>
          <a:xfrm>
            <a:off x="2949975" y="9268290"/>
            <a:ext cx="142646" cy="38404"/>
          </a:xfrm>
          <a:prstGeom prst="ellipse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6" name="Rounded Rectangle 3119">
            <a:extLst>
              <a:ext uri="{FF2B5EF4-FFF2-40B4-BE49-F238E27FC236}">
                <a16:creationId xmlns:a16="http://schemas.microsoft.com/office/drawing/2014/main" id="{85409544-BFA5-CFEF-14BC-0A7B9E5A8E0A}"/>
              </a:ext>
            </a:extLst>
          </p:cNvPr>
          <p:cNvSpPr/>
          <p:nvPr/>
        </p:nvSpPr>
        <p:spPr>
          <a:xfrm>
            <a:off x="2960948" y="9175022"/>
            <a:ext cx="120700" cy="98755"/>
          </a:xfrm>
          <a:prstGeom prst="roundRect">
            <a:avLst/>
          </a:prstGeom>
          <a:solidFill>
            <a:srgbClr val="7030A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1" name="Rounded Rectangle 3120">
            <a:extLst>
              <a:ext uri="{FF2B5EF4-FFF2-40B4-BE49-F238E27FC236}">
                <a16:creationId xmlns:a16="http://schemas.microsoft.com/office/drawing/2014/main" id="{4C6C6D3D-BA73-264D-601A-0ADC172471B2}"/>
              </a:ext>
            </a:extLst>
          </p:cNvPr>
          <p:cNvSpPr/>
          <p:nvPr/>
        </p:nvSpPr>
        <p:spPr>
          <a:xfrm>
            <a:off x="2971920" y="9092726"/>
            <a:ext cx="98755" cy="87782"/>
          </a:xfrm>
          <a:prstGeom prst="roundRect">
            <a:avLst/>
          </a:prstGeom>
          <a:solidFill>
            <a:srgbClr val="D9D9D9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3" name="Rectangle 3121">
            <a:extLst>
              <a:ext uri="{FF2B5EF4-FFF2-40B4-BE49-F238E27FC236}">
                <a16:creationId xmlns:a16="http://schemas.microsoft.com/office/drawing/2014/main" id="{A67BF79C-8309-B18B-30D6-F708AFF47DB2}"/>
              </a:ext>
            </a:extLst>
          </p:cNvPr>
          <p:cNvSpPr/>
          <p:nvPr/>
        </p:nvSpPr>
        <p:spPr>
          <a:xfrm>
            <a:off x="2982893" y="9114671"/>
            <a:ext cx="76809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pic>
        <p:nvPicPr>
          <p:cNvPr id="3162" name="Picture 3161" descr="slo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9" y="4847882"/>
            <a:ext cx="945136" cy="762244"/>
          </a:xfrm>
          <a:prstGeom prst="rect">
            <a:avLst/>
          </a:prstGeom>
        </p:spPr>
      </p:pic>
      <p:pic>
        <p:nvPicPr>
          <p:cNvPr id="3163" name="Picture 3162" descr="slo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069" y="4847882"/>
            <a:ext cx="945136" cy="762244"/>
          </a:xfrm>
          <a:prstGeom prst="rect">
            <a:avLst/>
          </a:prstGeom>
        </p:spPr>
      </p:pic>
      <p:pic>
        <p:nvPicPr>
          <p:cNvPr id="3164" name="Picture 3163" descr="slot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069" y="4847882"/>
            <a:ext cx="945136" cy="762244"/>
          </a:xfrm>
          <a:prstGeom prst="rect">
            <a:avLst/>
          </a:prstGeom>
        </p:spPr>
      </p:pic>
      <p:pic>
        <p:nvPicPr>
          <p:cNvPr id="3165" name="Picture 3164" descr="slot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069" y="4847882"/>
            <a:ext cx="945136" cy="762244"/>
          </a:xfrm>
          <a:prstGeom prst="rect">
            <a:avLst/>
          </a:prstGeom>
        </p:spPr>
      </p:pic>
      <p:pic>
        <p:nvPicPr>
          <p:cNvPr id="3166" name="Picture 3165" descr="slot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069" y="4847882"/>
            <a:ext cx="945136" cy="762244"/>
          </a:xfrm>
          <a:prstGeom prst="rect">
            <a:avLst/>
          </a:prstGeom>
        </p:spPr>
      </p:pic>
      <p:pic>
        <p:nvPicPr>
          <p:cNvPr id="3167" name="Picture 3166" descr="slot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7069" y="4847882"/>
            <a:ext cx="945136" cy="762244"/>
          </a:xfrm>
          <a:prstGeom prst="rect">
            <a:avLst/>
          </a:prstGeom>
        </p:spPr>
      </p:pic>
      <p:pic>
        <p:nvPicPr>
          <p:cNvPr id="3168" name="Picture 316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5622" y="7303030"/>
            <a:ext cx="276207" cy="36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5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8D311D7496D46419DA4CE24F21A4B8D" ma:contentTypeVersion="3" ma:contentTypeDescription="新しいドキュメントを作成します。" ma:contentTypeScope="" ma:versionID="6cc74029355032a7db991e0249fd5a38">
  <xsd:schema xmlns:xsd="http://www.w3.org/2001/XMLSchema" xmlns:xs="http://www.w3.org/2001/XMLSchema" xmlns:p="http://schemas.microsoft.com/office/2006/metadata/properties" xmlns:ns2="161c34c1-dd25-4770-8697-a64eca115a35" targetNamespace="http://schemas.microsoft.com/office/2006/metadata/properties" ma:root="true" ma:fieldsID="79759ecd820875898554a84a25327934" ns2:_="">
    <xsd:import namespace="161c34c1-dd25-4770-8697-a64eca115a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c34c1-dd25-4770-8697-a64eca115a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D88C5-D19D-42E0-8783-6EC2438443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C10985-1924-4E6C-AC3C-2F4207A70ED8}">
  <ds:schemaRefs>
    <ds:schemaRef ds:uri="http://schemas.microsoft.com/office/2006/metadata/properties"/>
    <ds:schemaRef ds:uri="http://schemas.microsoft.com/office/infopath/2007/PartnerControls"/>
    <ds:schemaRef ds:uri="52801ccf-b025-40a5-bb2d-5fc5cb528cef"/>
    <ds:schemaRef ds:uri="214516ad-30b3-4e82-9e31-d9abf9a085e8"/>
  </ds:schemaRefs>
</ds:datastoreItem>
</file>

<file path=customXml/itemProps3.xml><?xml version="1.0" encoding="utf-8"?>
<ds:datastoreItem xmlns:ds="http://schemas.openxmlformats.org/officeDocument/2006/customXml" ds:itemID="{FE626C7F-2E2F-4F70-B2C3-DF2CCF68C3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1c34c1-dd25-4770-8697-a64eca115a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</TotalTime>
  <Words>296</Words>
  <Application>Microsoft Office PowerPoint</Application>
  <PresentationFormat>A4 210 x 297 mm</PresentationFormat>
  <Paragraphs>87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メイリオ</vt:lpstr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Goto Tomonari</dc:creator>
  <cp:lastModifiedBy>5656 Tama</cp:lastModifiedBy>
  <cp:revision>121</cp:revision>
  <dcterms:created xsi:type="dcterms:W3CDTF">2021-01-26T04:32:55Z</dcterms:created>
  <dcterms:modified xsi:type="dcterms:W3CDTF">2026-10-22T05:12:39Z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0x01010018D311D7496D46419DA4CE24F21A4B8D</vt:lpwstr>
  </property>
</Properties>
</file>